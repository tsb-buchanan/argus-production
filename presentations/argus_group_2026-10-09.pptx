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5"/>
  </p:sldMasterIdLst>
  <p:notesMasterIdLst>
    <p:notesMasterId r:id="rId24"/>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10"/>
    <p:sldId id="270" r:id="rId9"/>
    <p:sldId id="271" r:id="rId8"/>
    <p:sldId id="272" r:id="rId7"/>
    <p:sldId id="273" r:id="rId6"/>
    <p:sldId id="274" r:id="rId29"/>
    <p:sldId id="275" r:id="rId30"/>
    <p:sldId id="276" r:id="rId31"/>
    <p:sldId id="277" r:id="rId32"/>
    <p:sldId id="278" r:id="rId33"/>
    <p:sldId id="279" r:id="rId34"/>
    <p:sldId id="280" r:id="rId35"/>
    <p:sldId id="281" r:id="rId36"/>
    <p:sldId id="282" r:id="rId37"/>
    <p:sldId id="283" r:id="rId38"/>
    <p:sldId id="284" r:id="rId39"/>
    <p:sldId id="285" r:id="rId4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A2"/>
    <a:srgbClr val="00A6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E0F0"/>
          </a:solidFill>
        </a:fill>
      </a:tcStyle>
    </a:wholeTbl>
    <a:band2H>
      <a:tcTxStyle/>
      <a:tcStyle>
        <a:tcBdr/>
        <a:fill>
          <a:solidFill>
            <a:srgbClr val="E6F0F7"/>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7D4CE"/>
          </a:solidFill>
        </a:fill>
      </a:tcStyle>
    </a:wholeTbl>
    <a:band2H>
      <a:tcTxStyle/>
      <a:tcStyle>
        <a:tcBdr/>
        <a:fill>
          <a:solidFill>
            <a:srgbClr val="FBEBE8"/>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9CCCC"/>
          </a:solidFill>
        </a:fill>
      </a:tcStyle>
    </a:wholeTbl>
    <a:band2H>
      <a:tcTxStyle/>
      <a:tcStyle>
        <a:tcBdr/>
        <a:fill>
          <a:solidFill>
            <a:srgbClr val="F4E7E7"/>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5990" autoAdjust="0"/>
  </p:normalViewPr>
  <p:slideViewPr>
    <p:cSldViewPr snapToGrid="0" snapToObjects="1">
      <p:cViewPr varScale="1">
        <p:scale>
          <a:sx n="102" d="100"/>
          <a:sy n="102" d="100"/>
        </p:scale>
        <p:origin x="756"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5.xml"/><Relationship Id="rId10" Type="http://schemas.openxmlformats.org/officeDocument/2006/relationships/slide" Target="slides/slide14.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143" name="Shape 3143"/>
          <p:cNvSpPr>
            <a:spLocks noGrp="1" noRot="1" noChangeAspect="1"/>
          </p:cNvSpPr>
          <p:nvPr>
            <p:ph type="sldImg"/>
          </p:nvPr>
        </p:nvSpPr>
        <p:spPr>
          <a:xfrm>
            <a:off x="1143000" y="685800"/>
            <a:ext cx="4572000" cy="3429000"/>
          </a:xfrm>
          <a:prstGeom prst="rect">
            <a:avLst/>
          </a:prstGeom>
        </p:spPr>
        <p:txBody>
          <a:bodyPr/>
          <a:lstStyle/>
          <a:p>
            <a:endParaRPr/>
          </a:p>
        </p:txBody>
      </p:sp>
      <p:sp>
        <p:nvSpPr>
          <p:cNvPr id="3144" name="Shape 314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Twenty minutes, three parts: what was done and how, what every quantity came out as with the VLM beside it wherever a VLM value exists, and whether the VLM can be trusted to drive the design study. The short answer is that it orders the candidates on one of its two induced-drag columns, gets their differences right up to one common offset, and cannot see the cruise shock that makes two of them costly. The wing on the right is the baseline's upper-surface pressure at Condition CR.</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design study ran a vortex-lattice method; my job was to put a higher-order method on the same six wings and see whether its selection survives. 90 converged cases in total, of which 18 are trim cases at the target lift. Three questions in order: the method so the numbers have a provenance, every quantity rather than a summary of three, then the verdict on the low-order tool, where order and magnitude are separate questions. The cruise points are extra: the VLM has no cruise decks for these geometries.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Condition CR is the design study's low-speed point, Mach 0.10 at a fixed lift coefficient of 0.4283; the two cruise points are Mach 0.78 at 0.5293 and 0.5441. Every difference in this talk is formed inside one of these points, never across them. The VLM column is the deck the design study ran: same Mach and target lift as Condition CR, but its flat-plate friction term is evaluated at a Reynolds number of ten million against our 0.92×10⁶, which is one reason its total drag is never set beside ours. Condition CR is wall resolved with kOmegaSST; cruise is wall modelled with Spalart-Allmaras, chosen because skin friction cancels within a morph pair and the drag rise is what matters there. One mesh recipe serves both conditions and only the prism stack differs, from a 4.5 micron first cell wall resolved to 43.7 microns wall modelled.</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Five candidates from three mechanisms: continuous trailing-edge camber on C, F and M, distributed twist on W, a conventional hinged flap on H. All were selected by the design study at Condition CR. The displacements are millimetres, 3.1 to 7.3 mm at the trailing edge, over the outer part of the span from eta 0.61. If asked why they look alike: the morphing signal at low speed is a count or less, which is the whole reason a matched-lift comparison is needed.</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Each candidate's surface against the baseline, seen from above and from below, signed along the baseline's outward normal so the same colour means the same physical direction on both surfaces. Red is outward. Span runs left to right, root at the left, and the chord runs up the page. One colour scale across every panel, so the panels are comparable by eye. C and M move most, F and H least, and W is the only one that moves the leading edge.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Eight stages from an OpenVSP export to the report, all scripted. The geometry step scales the export from feet to metres, strips the non-wing solids and closes the end cap so the surface is watertight before it is meshed. Case setup, submission, meshing, solving and the trim loop run on the cluster from one template. Post-processing writes a run card per case and harvests one force file, and every table and figure in the report and in this deck regenerates from it. The next slide opens the middle stages.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case from geometry to a quotable number, with four gates. The surface is checked closed before meshing; the mesh is checked; three angles are solved to a convergence gate; the lift slope is fitted and the trim case solved at the interpolated angle and gated again. Every case then writes a run card with its geometry checksum, mesh statistics, forces and core-hours, and every table and figure regenerates from the harvested file. If asked what the gate is: two hundred samples, drift and span thresholds on drag and lift, and a lift residual below one count.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contents of the results part: every quantity, what it is, and where each method's result sits in the deck. The VLM gives induced drag only, a trim angle, a spanwise load and a root bending moment; it has no hinge moment and no surface pressure. Where the baseline is a single number both methods' values are in the last two columns, so the level is visible before the differences are. If asked about the two VLM induced-drag numbers: the deck writes a surface integration and a wake integral, and I will keep both in view.</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At Condition CR the baseline sits at 188.031 counts and the five candidates within 1.1 counts of it, 4 of them below. Two groups are visible, W and F near a count of saving and C, H and M near zero, but the neighbours inside a group are separated by less than the gate resolves. So this is a grouping, not a ranking. If asked whether one count matters: it is the size of the effect the design study was optimising, and the point of the next slides is that cruise dwarfs it.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At Mach 0.78 W is the only candidate that beats the baseline, by 0.77 counts at early cruise and 0.78 at late cruise, and it is the cheapest geometry at all three operating points. F and H cost about two counts, C and M twelve to fifteen. The two cruise points were solved independently and give the same order, W, F, H, C, M, which is the strongest evidence I have that the order belongs to the wings and not to one operating point. It is also the low-speed order except for H and C, which are 0.18 counts apart at Condition CR, inside what the low-speed field resolves. If asked why C and M are expensive here: next slide, a strong shock and separation behind it, which is wave and profile drag, not induced.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mechanism at eta 0.80, the peak of the commanded camber, where the upper surface is supersonic over most of the chord on every geometry. On B and W it recompresses gradually with no shock, F and H end it in a moderate shock and stay attached, and C and M end it in a strong shock, peak gradient 46 and above against 19 at most for the moderate ones, and separate behind it. The drag order is exactly that grouping, and late cruise repeats it station by station. If asked whether the separation extent is trustworthy: the sign is robust, the extent is a wall-modelled reconstruction and I would re-measure it before publication.</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Trim angle is the closest agreement in the whole comparison: on the five candidates the VLM lands within 0.11 degrees of the RANS incidence at the same target lift. The baseline deck is the outlier at +0.25 degrees, and that is the one deck whose aerofoil lineage differs from the candidates', so the candidates agree with each other better than the baseline agrees with itself across methods. Through the fitted RANS lift slope, 0.11 degrees is about 2.1 per cent of the target lift. If asked why the baseline is the outlier: lineage of that one deck, not the method.</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Candidate minus baseline, each method against its own baseline, so what is compared is the shape of the load change. The VLM puts it in the same place: the peak change sits at eta 0.80 in the RANS and within 0.05 of that in the VLM on every candidate, and the root-mean-square difference between the two curves is 4 to 9 per cent of the peak. The change is negative inboard and positive outboard, as an aft-loading morph over the outer span must be. If asked about the inboard end: both methods lose a strip at the root and the first point is not resolved.</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VLM writes two induced drags: a near-field surface integration and a far-field wake integral, and they are the same physical quantity computed two ways. On the far-field column the VLM span efficiency is 0.94 to 0.97 and the RANS Trefftz value 0.97 to 0.99, the same level; on the near-field column the VLM reads 0.57 to 0.59, which is not a physical span efficiency for this planform. The RANS value is the wake integral at the last of four planes, and it decays downstream, so the spread across planes is its uncertainty. If asked which VLM column to believe: the far-field one, and the ordering slide shows why.</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Hinge moment integrated about a common line at 62 per cent chord over the outer forty per cent of span, at every operating point. Every candidate raises it, by 0.4 to 6.3 per cent, and the VLM has no such quantity. The last column is load-bearing: C, F and M actuate on this line, so their rows are their actuator moments; H's hinge is at 70 per cent and W is not hinged at all, so their rows are valid comparisons on a shared line and nothing else. H's and W's own actuator loads, a hinge moment about 0.70 and a torsional moment about the quarter chord over the whole section, are on the next slide.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These are the two loads the common-line table cannot give. H's flap hinges at 70 per cent chord over eta 0.71 to 0.97, so its actuator reacts -0.317 newton metres there, +5.1 per cent against the baseline integrated on the same line. W is not hinged: its twist mechanism rotates the whole section about the quarter chord over eta 0.61 to the tip, and the torsional moment it reacts is -2.35 newton metres, +0.0 per cent against the baseline. These sit on the current Condition CR evaluation, the one the drag and trim-angle slides use, with the same frame and orientation gates and the same integrator as the common line, generalised only to put the axis and the selected chord where each mechanism has them; the route reproduced each case's committed common-line value before either new line was evaluated. The sign convention is trailing-edge down positive throughout.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Root bending is the constraint the June selection was screened on, at 6.8 per cent above the baseline. The two methods agree to 0.4 percentage points on every candidate, so what follows is a property of the shapes, not of the method. C sits at +6.796 per cent in the VLM, inside the screen by 0.004 points, and at +7.170 in the RANS, outside it; M is outside in both. If asked whether this changes the selection: it means the constraint that selected C is not satisfied viscously, and that is a finding, not a mesh question.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same station at both conditions, pressure above and signed skin friction below, upper surface solid and lower dashed. At Condition CR nothing separates anywhere: the largest reversed fraction on any upper surface is 0.02 per cent of faces and those sit at the blunt trailing edge. At early cruise, and again at late cruise, C and M go through zero behind the shock and stay there to the trailing edge. The sign of the skin friction is the useful part: it is the sign change that locates separation, never the magnitude, and the sign is calibrated per case.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Each panel is candidate minus baseline on the wing itself, upper surface above and lower surface below, on one shared scale so the five are comparable by eye. The difference lives on a common span and chord-fraction grid, because two separately meshed wings share no cells, and is painted back onto the planform. Blue is a suction gain on the upper surface, red a pressure gain on the lower, and both sit exactly where the surfaces move: over the outer span, aft of the hinge. M is the largest change and H the smallest, measured by the RMS pressure change over the wing. If an experimentalist asks where to put taps: along the hinge line at eta 0.7 to 0.9, above and below.</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Each panel is candidate minus baseline on the wing itself, upper surface above and lower surface below, on one shared scale so the five are comparable by eye. The difference lives on a common span and chord-fraction grid, because two separately meshed wings share no cells, and is painted back onto the planform. Blue is a suction gain on the upper surface, red a pressure gain on the lower, and both sit exactly where the surfaces move: over the outer span, aft of the hinge. C and M are the largest changes and W the smallest, measured by the RMS pressure change over the wing. If an experimentalist asks where to put taps: along the hinge line at eta 0.7 to 0.9, above and below.</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Rank one is the least drag increment. On its far-field column the VLM reproduces the RANS order to 9 pairs of ten, Kendall tau +0.80, and its one error is F against W, which the RANS separates by 0.053 counts, the narrowest gap in the field and at the edge of what the convergence gate resolves. On the near-field column, the metric the June selection was made on, it gets 4 of ten and tau -0.20: it groups C and M as cheap and the rest as expensive, and the viscous answer is close to the reverse. If asked why one column ranks and the other does not: the far-field errors are all one sign and within a quarter count of each other, so they move the field together.</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figure shows what each method contains: the RANS total beside the VLM's total, which is a flat-plate friction estimate plus induced drag, and beside its two induced-drag columns; the two bar heights are never differenced. The table is the increments. The far-field increments are all 0.95 to 1.44 counts below the RANS ones, a near-constant offset of 1.20, and once that one offset is removed the five candidates agree within 0.25 counts, so the far field gets the differences between candidates right and misses only the level. The near-field errors span a factor of six and get the sign wrong on 4 of five, so that column prices nothing. If asked where the offset comes from: it is the profile-drag increment the VLM has no mechanism to produce, which is why RANS supplies the level.</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Candidate search can stay with the VLM provided it selects on the far-field column, the one the design study adopted in August and not the one the June selection used. On that column the differences between candidates are right to a quarter count once a single offset of about 1.2 counts is applied, and that offset comes from RANS. At cruise the study's current selection holds: W, F and H are the three cheapest at both cruise points, W the only one below the baseline, and the two strong-camber shapes from the July selection pay twelve to fifteen counts for a shock no induced-drag column can see. On loads, every candidate raises the hinge moment and the root-bending constraint that selected C is not satisfied viscously. If asked what to do: carry W forward, and compute its torsional actuator moment before committing to it.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Backup slides follow: cell counts, the convergence gate, trim residuals, the wall-modelled question and the skin-friction surface maps. The report behind every number is the all-geometry report of 15 September, regenerated by script. Every table and figure here reads the same files.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Cell counts per geometry. Within a condition the six meshes agree to a tenth of a per cent or two, so every candidate-minus-baseline difference is taken between meshes of one size. The gap between 99.1 to 99.2 million and 73.6 to 73.8 million is the prism stack. The surface gate is surfaceCheck on the case copy: zero open edges, one zone, one orientation, on every surface.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gate every case had to pass: a two-hundred-sample window, drag drift within ≤ 0.05 ct, lift drift and span within ≤ 1.0 ct. Drift is the difference of the two half-window means and span the first-to-last excursion. Residual targets are set below anything the solve reaches, so the run ends at endTime and this gate decides.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Lift residual of every trim case in counts of lift coefficient, target minus achieved. The largest is 0.90 counts, and through each family's own drag slope the drag bias that implies is below a tenth of a count everywhere. The increments on the results slides are quoted at the achieved lift, not corrected, because the correction is smaller than the gate.</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surface cell is set by the 1.03 mm blunt trailing edge, level 11 at 0.488 mm, identically for both conditions. Only the prism stack differs: 11 layers at 4.5 microns wall resolved against 5 at 43.7 microns wall modelled, which is the whole of the 99 against 74 million difference. Cruise is wall modelled by design: skin friction cancels between the members of a morph pair, and Spalart-Allmaras is the stronger model on the drag rise. If asked whether the separation extent at cruise depends on that: the sign of the finding is robust and the extent is a Spalding-law reconstruction, and I would re-measure it with a narrower band before publication.</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Signed skin friction, candidate minus baseline, on the same grid and planform as the pressure maps. Negative is a loss of streamwise shear, which at cruise on C and M is the separated region behind the shock; at Condition CR nothing reverses and the map shows only the redistribution under the morph. The scale is small, a few parts in ten thousand, which is why it is a backup.</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Signed skin friction, candidate minus baseline, on the same grid and planform as the pressure maps. Negative is a loss of streamwise shear, which at cruise on C and M is the separated region behind the shock; at Condition CR nothing reverses and the map shows only the redistribution under the morph. The scale is small, a few parts in ten thousand, which is why it is a backup.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Logo (Animatie)">
    <p:spTree>
      <p:nvGrpSpPr>
        <p:cNvPr id="1" name=""/>
        <p:cNvGrpSpPr/>
        <p:nvPr/>
      </p:nvGrpSpPr>
      <p:grpSpPr>
        <a:xfrm>
          <a:off x="0" y="0"/>
          <a:ext cx="0" cy="0"/>
          <a:chOff x="0" y="0"/>
          <a:chExt cx="0" cy="0"/>
        </a:xfrm>
      </p:grpSpPr>
      <p:sp>
        <p:nvSpPr>
          <p:cNvPr id="7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Titelpagina">
    <p:spTree>
      <p:nvGrpSpPr>
        <p:cNvPr id="1" name=""/>
        <p:cNvGrpSpPr/>
        <p:nvPr/>
      </p:nvGrpSpPr>
      <p:grpSpPr>
        <a:xfrm>
          <a:off x="0" y="0"/>
          <a:ext cx="0" cy="0"/>
          <a:chOff x="0" y="0"/>
          <a:chExt cx="0" cy="0"/>
        </a:xfrm>
      </p:grpSpPr>
      <p:grpSp>
        <p:nvGrpSpPr>
          <p:cNvPr id="117" name="Groep 9"/>
          <p:cNvGrpSpPr/>
          <p:nvPr/>
        </p:nvGrpSpPr>
        <p:grpSpPr>
          <a:xfrm>
            <a:off x="2982511" y="-1228655"/>
            <a:ext cx="6226977" cy="490402"/>
            <a:chOff x="0" y="0"/>
            <a:chExt cx="6226976" cy="490400"/>
          </a:xfrm>
        </p:grpSpPr>
        <p:sp>
          <p:nvSpPr>
            <p:cNvPr id="105" name="Rechthoek 36"/>
            <p:cNvSpPr/>
            <p:nvPr/>
          </p:nvSpPr>
          <p:spPr>
            <a:xfrm rot="16200000">
              <a:off x="3007798" y="-2728777"/>
              <a:ext cx="211380" cy="622697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116" name="Groep 8"/>
            <p:cNvGrpSpPr/>
            <p:nvPr/>
          </p:nvGrpSpPr>
          <p:grpSpPr>
            <a:xfrm>
              <a:off x="0" y="0"/>
              <a:ext cx="6226975" cy="211381"/>
              <a:chOff x="0" y="0"/>
              <a:chExt cx="6226974" cy="211380"/>
            </a:xfrm>
          </p:grpSpPr>
          <p:sp>
            <p:nvSpPr>
              <p:cNvPr id="106" name="Rechthoek 6"/>
              <p:cNvSpPr/>
              <p:nvPr/>
            </p:nvSpPr>
            <p:spPr>
              <a:xfrm rot="16200000">
                <a:off x="168192" y="-168191"/>
                <a:ext cx="211380" cy="547765"/>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7" name="Rechthoek 29"/>
              <p:cNvSpPr/>
              <p:nvPr/>
            </p:nvSpPr>
            <p:spPr>
              <a:xfrm rot="16200000">
                <a:off x="799215" y="-168191"/>
                <a:ext cx="211380" cy="547765"/>
              </a:xfrm>
              <a:prstGeom prst="rect">
                <a:avLst/>
              </a:prstGeom>
              <a:solidFill>
                <a:srgbClr val="0066A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8" name="Rechthoek 30"/>
              <p:cNvSpPr/>
              <p:nvPr/>
            </p:nvSpPr>
            <p:spPr>
              <a:xfrm rot="16200000">
                <a:off x="1430239" y="-168191"/>
                <a:ext cx="211380" cy="547765"/>
              </a:xfrm>
              <a:prstGeom prst="rect">
                <a:avLst/>
              </a:prstGeom>
              <a:solidFill>
                <a:srgbClr val="00B7D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9" name="Rechthoek 31"/>
              <p:cNvSpPr/>
              <p:nvPr/>
            </p:nvSpPr>
            <p:spPr>
              <a:xfrm rot="16200000">
                <a:off x="2061263" y="-168191"/>
                <a:ext cx="211380" cy="547765"/>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0" name="Rechthoek 32"/>
              <p:cNvSpPr/>
              <p:nvPr/>
            </p:nvSpPr>
            <p:spPr>
              <a:xfrm rot="16200000">
                <a:off x="2692286" y="-168191"/>
                <a:ext cx="211380" cy="547765"/>
              </a:xfrm>
              <a:prstGeom prst="rect">
                <a:avLst/>
              </a:prstGeom>
              <a:solidFill>
                <a:srgbClr val="61A4B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1" name="Rechthoek 33"/>
              <p:cNvSpPr/>
              <p:nvPr/>
            </p:nvSpPr>
            <p:spPr>
              <a:xfrm rot="16200000">
                <a:off x="3323310" y="-168191"/>
                <a:ext cx="211380" cy="547765"/>
              </a:xfrm>
              <a:prstGeom prst="rect">
                <a:avLst/>
              </a:prstGeom>
              <a:solidFill>
                <a:srgbClr val="82D7C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2" name="Rechthoek 34"/>
              <p:cNvSpPr/>
              <p:nvPr/>
            </p:nvSpPr>
            <p:spPr>
              <a:xfrm rot="16200000">
                <a:off x="3954334" y="-168191"/>
                <a:ext cx="211380" cy="547765"/>
              </a:xfrm>
              <a:prstGeom prst="rect">
                <a:avLst/>
              </a:prstGeom>
              <a:solidFill>
                <a:schemeClr val="accent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3" name="Rechthoek 37"/>
              <p:cNvSpPr/>
              <p:nvPr/>
            </p:nvSpPr>
            <p:spPr>
              <a:xfrm rot="16200000">
                <a:off x="4585357" y="-168192"/>
                <a:ext cx="211380" cy="547765"/>
              </a:xfrm>
              <a:prstGeom prst="rect">
                <a:avLst/>
              </a:prstGeom>
              <a:solidFill>
                <a:srgbClr val="99D28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4" name="Rechthoek 38"/>
              <p:cNvSpPr/>
              <p:nvPr/>
            </p:nvSpPr>
            <p:spPr>
              <a:xfrm rot="16200000">
                <a:off x="5216380" y="-168192"/>
                <a:ext cx="211380" cy="547764"/>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5" name="Rechthoek 39"/>
              <p:cNvSpPr/>
              <p:nvPr/>
            </p:nvSpPr>
            <p:spPr>
              <a:xfrm rot="16200000">
                <a:off x="5847403" y="-168193"/>
                <a:ext cx="211380" cy="547765"/>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126" name="Group 4"/>
          <p:cNvGrpSpPr/>
          <p:nvPr/>
        </p:nvGrpSpPr>
        <p:grpSpPr>
          <a:xfrm>
            <a:off x="698501" y="5884314"/>
            <a:ext cx="1454912" cy="577167"/>
            <a:chOff x="0" y="0"/>
            <a:chExt cx="1454911" cy="577165"/>
          </a:xfrm>
        </p:grpSpPr>
        <p:sp>
          <p:nvSpPr>
            <p:cNvPr id="118"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19"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20"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21"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22"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123"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24"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25"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127" name="Rechthoek 6"/>
          <p:cNvSpPr/>
          <p:nvPr/>
        </p:nvSpPr>
        <p:spPr>
          <a:xfrm>
            <a:off x="-10751" y="0"/>
            <a:ext cx="12202752" cy="6858000"/>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
        <p:nvSpPr>
          <p:cNvPr id="128" name="Plaats hier de titel van de presentatie, max. 2 regels"/>
          <p:cNvSpPr txBox="1">
            <a:spLocks noGrp="1"/>
          </p:cNvSpPr>
          <p:nvPr>
            <p:ph type="title" hasCustomPrompt="1"/>
          </p:nvPr>
        </p:nvSpPr>
        <p:spPr>
          <a:xfrm>
            <a:off x="2153412" y="3879851"/>
            <a:ext cx="9358257" cy="1621064"/>
          </a:xfrm>
          <a:prstGeom prst="rect">
            <a:avLst/>
          </a:prstGeom>
        </p:spPr>
        <p:txBody>
          <a:bodyPr anchor="b">
            <a:normAutofit/>
          </a:bodyPr>
          <a:lstStyle>
            <a:lvl1pPr algn="r">
              <a:defRPr sz="3800">
                <a:solidFill>
                  <a:srgbClr val="FFFFFF"/>
                </a:solidFill>
              </a:defRPr>
            </a:lvl1pPr>
          </a:lstStyle>
          <a:p>
            <a:r>
              <a:t>Plaats hier de titel van de presentatie, max. 2 regels</a:t>
            </a:r>
          </a:p>
        </p:txBody>
      </p:sp>
      <p:sp>
        <p:nvSpPr>
          <p:cNvPr id="129" name="Tekstvak 4"/>
          <p:cNvSpPr txBox="1"/>
          <p:nvPr/>
        </p:nvSpPr>
        <p:spPr>
          <a:xfrm>
            <a:off x="34969" y="-662297"/>
            <a:ext cx="12100562"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t>Titelpagina</a:t>
            </a:r>
          </a:p>
        </p:txBody>
      </p:sp>
      <p:sp>
        <p:nvSpPr>
          <p:cNvPr id="130" name="Body Level One…"/>
          <p:cNvSpPr txBox="1">
            <a:spLocks noGrp="1"/>
          </p:cNvSpPr>
          <p:nvPr>
            <p:ph type="body" sz="quarter" idx="1" hasCustomPrompt="1"/>
          </p:nvPr>
        </p:nvSpPr>
        <p:spPr>
          <a:xfrm>
            <a:off x="7782466" y="5664394"/>
            <a:ext cx="3729204" cy="248473"/>
          </a:xfrm>
          <a:prstGeom prst="rect">
            <a:avLst/>
          </a:prstGeom>
        </p:spPr>
        <p:txBody>
          <a:bodyPr anchor="ctr">
            <a:normAutofit/>
          </a:bodyPr>
          <a:lstStyle>
            <a:lvl1pPr marL="0" indent="0" algn="r">
              <a:buClrTx/>
              <a:buSzTx/>
              <a:buNone/>
              <a:defRPr b="1">
                <a:solidFill>
                  <a:srgbClr val="FFFFFF"/>
                </a:solidFill>
              </a:defRPr>
            </a:lvl1pPr>
            <a:lvl2pPr marL="0" indent="457200" algn="r">
              <a:buClrTx/>
              <a:buSzTx/>
              <a:buNone/>
              <a:defRPr b="1">
                <a:solidFill>
                  <a:srgbClr val="FFFFFF"/>
                </a:solidFill>
              </a:defRPr>
            </a:lvl2pPr>
            <a:lvl3pPr indent="914400" algn="r">
              <a:buClrTx/>
              <a:buFontTx/>
              <a:defRPr b="1">
                <a:solidFill>
                  <a:srgbClr val="FFFFFF"/>
                </a:solidFill>
              </a:defRPr>
            </a:lvl3pPr>
            <a:lvl4pPr indent="1371600" algn="r">
              <a:buClrTx/>
              <a:buFontTx/>
              <a:defRPr b="1">
                <a:solidFill>
                  <a:srgbClr val="FFFFFF"/>
                </a:solidFill>
              </a:defRPr>
            </a:lvl4pPr>
            <a:lvl5pPr marL="0" indent="1828800" algn="r">
              <a:buClrTx/>
              <a:buSzTx/>
              <a:buFontTx/>
              <a:buNone/>
              <a:defRPr b="1">
                <a:solidFill>
                  <a:srgbClr val="FFFFFF"/>
                </a:solidFill>
              </a:defRPr>
            </a:lvl5pPr>
          </a:lstStyle>
          <a:p>
            <a:r>
              <a:t>Naam van de spreker of datum</a:t>
            </a:r>
          </a:p>
          <a:p>
            <a:pPr lvl="1"/>
            <a:endParaRPr/>
          </a:p>
          <a:p>
            <a:pPr lvl="2"/>
            <a:endParaRPr/>
          </a:p>
          <a:p>
            <a:pPr lvl="3"/>
            <a:endParaRPr/>
          </a:p>
          <a:p>
            <a:pPr lvl="4"/>
            <a:endParaRPr/>
          </a:p>
        </p:txBody>
      </p:sp>
      <p:sp>
        <p:nvSpPr>
          <p:cNvPr id="144" name="Tijdelijke aanduiding voor tekst 49"/>
          <p:cNvSpPr>
            <a:spLocks noGrp="1"/>
          </p:cNvSpPr>
          <p:nvPr>
            <p:ph type="body" idx="21" hasCustomPrompt="1"/>
          </p:nvPr>
        </p:nvSpPr>
        <p:spPr>
          <a:xfrm>
            <a:off x="-10752" y="0"/>
            <a:ext cx="12202753" cy="6858000"/>
          </a:xfrm>
          <a:prstGeom prst="rect">
            <a:avLst/>
          </a:prstGeom>
          <a:solidFill>
            <a:srgbClr val="99D28C"/>
          </a:solidFill>
        </p:spPr>
        <p:txBody>
          <a:bodyPr>
            <a:normAutofit/>
          </a:bodyPr>
          <a:lstStyle>
            <a:lvl1pPr marL="0" indent="0">
              <a:buClrTx/>
              <a:buSzTx/>
              <a:buNone/>
            </a:lvl1pPr>
          </a:lstStyle>
          <a:p>
            <a:r>
              <a:t>  </a:t>
            </a:r>
          </a:p>
        </p:txBody>
      </p:sp>
      <p:sp>
        <p:nvSpPr>
          <p:cNvPr id="146"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65" name="Picture 64">
            <a:extLst>
              <a:ext uri="{FF2B5EF4-FFF2-40B4-BE49-F238E27FC236}">
                <a16:creationId xmlns:a16="http://schemas.microsoft.com/office/drawing/2014/main" id="{3FD562B1-BCC1-B244-96D2-5173AD7012AE}"/>
              </a:ext>
            </a:extLst>
          </p:cNvPr>
          <p:cNvPicPr>
            <a:picLocks noChangeAspect="1"/>
          </p:cNvPicPr>
          <p:nvPr userDrawn="1"/>
        </p:nvPicPr>
        <p:blipFill>
          <a:blip r:embed="rId2"/>
          <a:stretch>
            <a:fillRect/>
          </a:stretch>
        </p:blipFill>
        <p:spPr>
          <a:xfrm>
            <a:off x="695450" y="5847858"/>
            <a:ext cx="1460500" cy="698500"/>
          </a:xfrm>
          <a:prstGeom prst="rect">
            <a:avLst/>
          </a:prstGeom>
        </p:spPr>
      </p:pic>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Titelpagina + Beeld">
    <p:spTree>
      <p:nvGrpSpPr>
        <p:cNvPr id="1" name=""/>
        <p:cNvGrpSpPr/>
        <p:nvPr/>
      </p:nvGrpSpPr>
      <p:grpSpPr>
        <a:xfrm>
          <a:off x="0" y="0"/>
          <a:ext cx="0" cy="0"/>
          <a:chOff x="0" y="0"/>
          <a:chExt cx="0" cy="0"/>
        </a:xfrm>
      </p:grpSpPr>
      <p:grpSp>
        <p:nvGrpSpPr>
          <p:cNvPr id="240" name="Groep 9"/>
          <p:cNvGrpSpPr/>
          <p:nvPr/>
        </p:nvGrpSpPr>
        <p:grpSpPr>
          <a:xfrm>
            <a:off x="2982511" y="-1228655"/>
            <a:ext cx="6226977" cy="490402"/>
            <a:chOff x="0" y="0"/>
            <a:chExt cx="6226976" cy="490400"/>
          </a:xfrm>
        </p:grpSpPr>
        <p:sp>
          <p:nvSpPr>
            <p:cNvPr id="228" name="Rechthoek 36"/>
            <p:cNvSpPr/>
            <p:nvPr/>
          </p:nvSpPr>
          <p:spPr>
            <a:xfrm rot="16200000">
              <a:off x="3007798" y="-2728777"/>
              <a:ext cx="211380" cy="622697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239" name="Groep 8"/>
            <p:cNvGrpSpPr/>
            <p:nvPr/>
          </p:nvGrpSpPr>
          <p:grpSpPr>
            <a:xfrm>
              <a:off x="0" y="0"/>
              <a:ext cx="6226975" cy="211381"/>
              <a:chOff x="0" y="0"/>
              <a:chExt cx="6226974" cy="211380"/>
            </a:xfrm>
          </p:grpSpPr>
          <p:sp>
            <p:nvSpPr>
              <p:cNvPr id="229" name="Rechthoek 6"/>
              <p:cNvSpPr/>
              <p:nvPr/>
            </p:nvSpPr>
            <p:spPr>
              <a:xfrm rot="16200000">
                <a:off x="168192" y="-168191"/>
                <a:ext cx="211380" cy="547765"/>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0" name="Rechthoek 29"/>
              <p:cNvSpPr/>
              <p:nvPr/>
            </p:nvSpPr>
            <p:spPr>
              <a:xfrm rot="16200000">
                <a:off x="799215" y="-168191"/>
                <a:ext cx="211380" cy="547765"/>
              </a:xfrm>
              <a:prstGeom prst="rect">
                <a:avLst/>
              </a:prstGeom>
              <a:solidFill>
                <a:srgbClr val="0066A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1" name="Rechthoek 30"/>
              <p:cNvSpPr/>
              <p:nvPr/>
            </p:nvSpPr>
            <p:spPr>
              <a:xfrm rot="16200000">
                <a:off x="1430239" y="-168191"/>
                <a:ext cx="211380" cy="547765"/>
              </a:xfrm>
              <a:prstGeom prst="rect">
                <a:avLst/>
              </a:prstGeom>
              <a:solidFill>
                <a:srgbClr val="00B7D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2" name="Rechthoek 31"/>
              <p:cNvSpPr/>
              <p:nvPr/>
            </p:nvSpPr>
            <p:spPr>
              <a:xfrm rot="16200000">
                <a:off x="2061263" y="-168191"/>
                <a:ext cx="211380" cy="547765"/>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3" name="Rechthoek 32"/>
              <p:cNvSpPr/>
              <p:nvPr/>
            </p:nvSpPr>
            <p:spPr>
              <a:xfrm rot="16200000">
                <a:off x="2692286" y="-168191"/>
                <a:ext cx="211380" cy="547765"/>
              </a:xfrm>
              <a:prstGeom prst="rect">
                <a:avLst/>
              </a:prstGeom>
              <a:solidFill>
                <a:srgbClr val="61A4B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4" name="Rechthoek 33"/>
              <p:cNvSpPr/>
              <p:nvPr/>
            </p:nvSpPr>
            <p:spPr>
              <a:xfrm rot="16200000">
                <a:off x="3323310" y="-168191"/>
                <a:ext cx="211380" cy="547765"/>
              </a:xfrm>
              <a:prstGeom prst="rect">
                <a:avLst/>
              </a:prstGeom>
              <a:solidFill>
                <a:srgbClr val="82D7C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5" name="Rechthoek 34"/>
              <p:cNvSpPr/>
              <p:nvPr/>
            </p:nvSpPr>
            <p:spPr>
              <a:xfrm rot="16200000">
                <a:off x="3954334" y="-168191"/>
                <a:ext cx="211380" cy="547765"/>
              </a:xfrm>
              <a:prstGeom prst="rect">
                <a:avLst/>
              </a:prstGeom>
              <a:solidFill>
                <a:schemeClr val="accent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6" name="Rechthoek 37"/>
              <p:cNvSpPr/>
              <p:nvPr/>
            </p:nvSpPr>
            <p:spPr>
              <a:xfrm rot="16200000">
                <a:off x="4585357" y="-168192"/>
                <a:ext cx="211380" cy="547765"/>
              </a:xfrm>
              <a:prstGeom prst="rect">
                <a:avLst/>
              </a:prstGeom>
              <a:solidFill>
                <a:srgbClr val="99D28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7" name="Rechthoek 38"/>
              <p:cNvSpPr/>
              <p:nvPr/>
            </p:nvSpPr>
            <p:spPr>
              <a:xfrm rot="16200000">
                <a:off x="5216380" y="-168192"/>
                <a:ext cx="211380" cy="547764"/>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8" name="Rechthoek 39"/>
              <p:cNvSpPr/>
              <p:nvPr/>
            </p:nvSpPr>
            <p:spPr>
              <a:xfrm rot="16200000">
                <a:off x="5847403" y="-168193"/>
                <a:ext cx="211380" cy="547765"/>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249" name="Group 4"/>
          <p:cNvGrpSpPr/>
          <p:nvPr/>
        </p:nvGrpSpPr>
        <p:grpSpPr>
          <a:xfrm>
            <a:off x="698501" y="5884314"/>
            <a:ext cx="1454912" cy="577167"/>
            <a:chOff x="0" y="0"/>
            <a:chExt cx="1454911" cy="577165"/>
          </a:xfrm>
        </p:grpSpPr>
        <p:sp>
          <p:nvSpPr>
            <p:cNvPr id="241"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242"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3"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4"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5"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246"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7"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8"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250" name="Rechthoek 6"/>
          <p:cNvSpPr/>
          <p:nvPr/>
        </p:nvSpPr>
        <p:spPr>
          <a:xfrm>
            <a:off x="-12032" y="-1"/>
            <a:ext cx="12204032" cy="6858001"/>
          </a:xfrm>
          <a:prstGeom prst="rect">
            <a:avLst/>
          </a:prstGeom>
          <a:solidFill>
            <a:schemeClr val="accent1"/>
          </a:solidFill>
          <a:ln w="12700">
            <a:miter lim="400000"/>
          </a:ln>
        </p:spPr>
        <p:txBody>
          <a:bodyPr lIns="45719" rIns="45719" anchor="ctr"/>
          <a:lstStyle/>
          <a:p>
            <a:pPr algn="ctr">
              <a:defRPr sz="1600">
                <a:solidFill>
                  <a:srgbClr val="FFFFFF"/>
                </a:solidFill>
              </a:defRPr>
            </a:pPr>
            <a:endParaRPr/>
          </a:p>
        </p:txBody>
      </p:sp>
      <p:sp>
        <p:nvSpPr>
          <p:cNvPr id="251" name="Tekstvak 4"/>
          <p:cNvSpPr txBox="1"/>
          <p:nvPr/>
        </p:nvSpPr>
        <p:spPr>
          <a:xfrm>
            <a:off x="34969" y="-662297"/>
            <a:ext cx="12100562"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t>Titelpagina + Beeld</a:t>
            </a:r>
          </a:p>
        </p:txBody>
      </p:sp>
      <p:sp>
        <p:nvSpPr>
          <p:cNvPr id="252" name="Tijdelijke aanduiding voor afbeelding 16"/>
          <p:cNvSpPr>
            <a:spLocks noGrp="1"/>
          </p:cNvSpPr>
          <p:nvPr>
            <p:ph type="pic" idx="21"/>
          </p:nvPr>
        </p:nvSpPr>
        <p:spPr>
          <a:xfrm>
            <a:off x="4852465" y="0"/>
            <a:ext cx="7339534" cy="6858000"/>
          </a:xfrm>
          <a:prstGeom prst="rect">
            <a:avLst/>
          </a:prstGeom>
        </p:spPr>
        <p:txBody>
          <a:bodyPr lIns="91439" tIns="45719" rIns="91439" bIns="45719"/>
          <a:lstStyle/>
          <a:p>
            <a:r>
              <a:rPr lang="en-US"/>
              <a:t>Click icon to add picture</a:t>
            </a:r>
            <a:endParaRPr/>
          </a:p>
        </p:txBody>
      </p:sp>
      <p:sp>
        <p:nvSpPr>
          <p:cNvPr id="253" name="Body Level One…"/>
          <p:cNvSpPr txBox="1">
            <a:spLocks noGrp="1"/>
          </p:cNvSpPr>
          <p:nvPr>
            <p:ph type="body" sz="quarter" idx="1"/>
          </p:nvPr>
        </p:nvSpPr>
        <p:spPr>
          <a:xfrm>
            <a:off x="698500" y="4883660"/>
            <a:ext cx="3729203" cy="248473"/>
          </a:xfrm>
          <a:prstGeom prst="rect">
            <a:avLst/>
          </a:prstGeom>
        </p:spPr>
        <p:txBody>
          <a:bodyPr anchor="ctr">
            <a:normAutofit/>
          </a:bodyPr>
          <a:lstStyle>
            <a:lvl1pPr marL="0" indent="0">
              <a:buClrTx/>
              <a:buSzTx/>
              <a:buNone/>
              <a:defRPr b="1">
                <a:solidFill>
                  <a:srgbClr val="FFFFFF"/>
                </a:solidFill>
              </a:defRPr>
            </a:lvl1pPr>
            <a:lvl2pPr marL="0" indent="457200">
              <a:buClrTx/>
              <a:buSzTx/>
              <a:buNone/>
              <a:defRPr b="1">
                <a:solidFill>
                  <a:srgbClr val="FFFFFF"/>
                </a:solidFill>
              </a:defRPr>
            </a:lvl2pPr>
            <a:lvl3pPr indent="914400">
              <a:buClrTx/>
              <a:buFontTx/>
              <a:defRPr b="1">
                <a:solidFill>
                  <a:srgbClr val="FFFFFF"/>
                </a:solidFill>
              </a:defRPr>
            </a:lvl3pPr>
            <a:lvl4pPr indent="1371600">
              <a:buClrTx/>
              <a:buFontTx/>
              <a:defRPr b="1">
                <a:solidFill>
                  <a:srgbClr val="FFFFFF"/>
                </a:solidFill>
              </a:defRPr>
            </a:lvl4pPr>
            <a:lvl5pPr marL="0" indent="1828800">
              <a:buClrTx/>
              <a:buSzTx/>
              <a:buFontTx/>
              <a:buNone/>
              <a:defRPr b="1">
                <a:solidFill>
                  <a:srgbClr val="FFFFFF"/>
                </a:solidFill>
              </a:defRPr>
            </a:lvl5pPr>
          </a:lstStyle>
          <a:p>
            <a:pPr lvl="0"/>
            <a:r>
              <a:rPr lang="en-US"/>
              <a:t>Click to edit Master text styles</a:t>
            </a:r>
          </a:p>
          <a:p>
            <a:pPr lvl="1"/>
            <a:r>
              <a:rPr lang="en-US"/>
              <a:t>Second level</a:t>
            </a:r>
          </a:p>
          <a:p>
            <a:pPr lvl="2"/>
            <a:r>
              <a:rPr lang="en-US"/>
              <a:t>Third level</a:t>
            </a:r>
          </a:p>
        </p:txBody>
      </p:sp>
      <p:sp>
        <p:nvSpPr>
          <p:cNvPr id="254" name="Tijdelijke aanduiding voor tekst 20"/>
          <p:cNvSpPr>
            <a:spLocks noGrp="1"/>
          </p:cNvSpPr>
          <p:nvPr>
            <p:ph type="body" sz="quarter" idx="22" hasCustomPrompt="1"/>
          </p:nvPr>
        </p:nvSpPr>
        <p:spPr>
          <a:xfrm>
            <a:off x="698498" y="1413981"/>
            <a:ext cx="3729206" cy="2925403"/>
          </a:xfrm>
          <a:prstGeom prst="rect">
            <a:avLst/>
          </a:prstGeom>
        </p:spPr>
        <p:txBody>
          <a:bodyPr anchor="b">
            <a:normAutofit/>
          </a:bodyPr>
          <a:lstStyle>
            <a:lvl1pPr marL="0" indent="0" defTabSz="914400">
              <a:lnSpc>
                <a:spcPct val="100000"/>
              </a:lnSpc>
              <a:spcBef>
                <a:spcPts val="500"/>
              </a:spcBef>
              <a:buClrTx/>
              <a:buSzTx/>
              <a:buNone/>
              <a:defRPr sz="3800">
                <a:solidFill>
                  <a:srgbClr val="FFFFFF"/>
                </a:solidFill>
                <a:latin typeface="Roboto Slab Regular Regular"/>
                <a:ea typeface="Roboto Slab Regular Regular"/>
                <a:cs typeface="Roboto Slab Regular Regular"/>
                <a:sym typeface="Roboto Slab Regular Regular"/>
              </a:defRPr>
            </a:lvl1pPr>
          </a:lstStyle>
          <a:p>
            <a:r>
              <a:t>Plaats hier de titel van de presentatie</a:t>
            </a:r>
          </a:p>
        </p:txBody>
      </p:sp>
      <p:sp>
        <p:nvSpPr>
          <p:cNvPr id="255" name="Tijdelijke aanduiding voor tekst 17"/>
          <p:cNvSpPr>
            <a:spLocks noGrp="1"/>
          </p:cNvSpPr>
          <p:nvPr>
            <p:ph type="body" sz="quarter" idx="23" hasCustomPrompt="1"/>
          </p:nvPr>
        </p:nvSpPr>
        <p:spPr>
          <a:xfrm>
            <a:off x="698500" y="5377708"/>
            <a:ext cx="1454400" cy="7201"/>
          </a:xfrm>
          <a:prstGeom prst="rect">
            <a:avLst/>
          </a:prstGeom>
          <a:solidFill>
            <a:srgbClr val="FFFFFF"/>
          </a:solidFill>
        </p:spPr>
        <p:txBody>
          <a:bodyPr>
            <a:normAutofit/>
          </a:bodyPr>
          <a:lstStyle>
            <a:lvl1pPr marL="0" indent="0" defTabSz="287655">
              <a:spcBef>
                <a:spcPts val="400"/>
              </a:spcBef>
              <a:buClrTx/>
              <a:buSzTx/>
              <a:buNone/>
              <a:defRPr sz="640"/>
            </a:lvl1pPr>
          </a:lstStyle>
          <a:p>
            <a:r>
              <a:t>  </a:t>
            </a:r>
          </a:p>
        </p:txBody>
      </p:sp>
      <p:sp>
        <p:nvSpPr>
          <p:cNvPr id="270"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66" name="Graphic 65">
            <a:extLst>
              <a:ext uri="{FF2B5EF4-FFF2-40B4-BE49-F238E27FC236}">
                <a16:creationId xmlns:a16="http://schemas.microsoft.com/office/drawing/2014/main" id="{C8B2F066-9B7C-C54F-9CB0-80B54583A62D}"/>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4800" y="5846400"/>
            <a:ext cx="1461599" cy="1033080"/>
          </a:xfrm>
          <a:prstGeom prst="rect">
            <a:avLst/>
          </a:prstGeom>
        </p:spPr>
      </p:pic>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Alleen titel">
    <p:spTree>
      <p:nvGrpSpPr>
        <p:cNvPr id="1" name=""/>
        <p:cNvGrpSpPr/>
        <p:nvPr/>
      </p:nvGrpSpPr>
      <p:grpSpPr>
        <a:xfrm>
          <a:off x="0" y="0"/>
          <a:ext cx="0" cy="0"/>
          <a:chOff x="0" y="0"/>
          <a:chExt cx="0" cy="0"/>
        </a:xfrm>
      </p:grpSpPr>
      <p:grpSp>
        <p:nvGrpSpPr>
          <p:cNvPr id="310" name="Groep 9"/>
          <p:cNvGrpSpPr/>
          <p:nvPr/>
        </p:nvGrpSpPr>
        <p:grpSpPr>
          <a:xfrm>
            <a:off x="2982511" y="-1228655"/>
            <a:ext cx="6226977" cy="490402"/>
            <a:chOff x="0" y="0"/>
            <a:chExt cx="6226976" cy="490400"/>
          </a:xfrm>
        </p:grpSpPr>
        <p:sp>
          <p:nvSpPr>
            <p:cNvPr id="298" name="Rechthoek 36"/>
            <p:cNvSpPr/>
            <p:nvPr/>
          </p:nvSpPr>
          <p:spPr>
            <a:xfrm rot="16200000">
              <a:off x="3007798" y="-2728777"/>
              <a:ext cx="211380" cy="622697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309" name="Groep 8"/>
            <p:cNvGrpSpPr/>
            <p:nvPr/>
          </p:nvGrpSpPr>
          <p:grpSpPr>
            <a:xfrm>
              <a:off x="0" y="0"/>
              <a:ext cx="6226975" cy="211381"/>
              <a:chOff x="0" y="0"/>
              <a:chExt cx="6226974" cy="211380"/>
            </a:xfrm>
          </p:grpSpPr>
          <p:sp>
            <p:nvSpPr>
              <p:cNvPr id="299" name="Rechthoek 6"/>
              <p:cNvSpPr/>
              <p:nvPr/>
            </p:nvSpPr>
            <p:spPr>
              <a:xfrm rot="16200000">
                <a:off x="168192" y="-168191"/>
                <a:ext cx="211380" cy="547765"/>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00" name="Rechthoek 29"/>
              <p:cNvSpPr/>
              <p:nvPr/>
            </p:nvSpPr>
            <p:spPr>
              <a:xfrm rot="16200000">
                <a:off x="799215" y="-168191"/>
                <a:ext cx="211380" cy="547765"/>
              </a:xfrm>
              <a:prstGeom prst="rect">
                <a:avLst/>
              </a:prstGeom>
              <a:solidFill>
                <a:srgbClr val="0066A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01" name="Rechthoek 30"/>
              <p:cNvSpPr/>
              <p:nvPr/>
            </p:nvSpPr>
            <p:spPr>
              <a:xfrm rot="16200000">
                <a:off x="1430239" y="-168191"/>
                <a:ext cx="211380" cy="547765"/>
              </a:xfrm>
              <a:prstGeom prst="rect">
                <a:avLst/>
              </a:prstGeom>
              <a:solidFill>
                <a:srgbClr val="00B7D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02" name="Rechthoek 31"/>
              <p:cNvSpPr/>
              <p:nvPr/>
            </p:nvSpPr>
            <p:spPr>
              <a:xfrm rot="16200000">
                <a:off x="2061263" y="-168191"/>
                <a:ext cx="211380" cy="547765"/>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03" name="Rechthoek 32"/>
              <p:cNvSpPr/>
              <p:nvPr/>
            </p:nvSpPr>
            <p:spPr>
              <a:xfrm rot="16200000">
                <a:off x="2692286" y="-168191"/>
                <a:ext cx="211380" cy="547765"/>
              </a:xfrm>
              <a:prstGeom prst="rect">
                <a:avLst/>
              </a:prstGeom>
              <a:solidFill>
                <a:srgbClr val="61A4B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04" name="Rechthoek 33"/>
              <p:cNvSpPr/>
              <p:nvPr/>
            </p:nvSpPr>
            <p:spPr>
              <a:xfrm rot="16200000">
                <a:off x="3323310" y="-168191"/>
                <a:ext cx="211380" cy="547765"/>
              </a:xfrm>
              <a:prstGeom prst="rect">
                <a:avLst/>
              </a:prstGeom>
              <a:solidFill>
                <a:srgbClr val="82D7C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05" name="Rechthoek 34"/>
              <p:cNvSpPr/>
              <p:nvPr/>
            </p:nvSpPr>
            <p:spPr>
              <a:xfrm rot="16200000">
                <a:off x="3954334" y="-168191"/>
                <a:ext cx="211380" cy="547765"/>
              </a:xfrm>
              <a:prstGeom prst="rect">
                <a:avLst/>
              </a:prstGeom>
              <a:solidFill>
                <a:schemeClr val="accent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06" name="Rechthoek 37"/>
              <p:cNvSpPr/>
              <p:nvPr/>
            </p:nvSpPr>
            <p:spPr>
              <a:xfrm rot="16200000">
                <a:off x="4585357" y="-168192"/>
                <a:ext cx="211380" cy="547765"/>
              </a:xfrm>
              <a:prstGeom prst="rect">
                <a:avLst/>
              </a:prstGeom>
              <a:solidFill>
                <a:srgbClr val="99D28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07" name="Rechthoek 38"/>
              <p:cNvSpPr/>
              <p:nvPr/>
            </p:nvSpPr>
            <p:spPr>
              <a:xfrm rot="16200000">
                <a:off x="5216380" y="-168192"/>
                <a:ext cx="211380" cy="547764"/>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08" name="Rechthoek 39"/>
              <p:cNvSpPr/>
              <p:nvPr/>
            </p:nvSpPr>
            <p:spPr>
              <a:xfrm rot="16200000">
                <a:off x="5847403" y="-168193"/>
                <a:ext cx="211380" cy="547765"/>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319" name="Group 4"/>
          <p:cNvGrpSpPr/>
          <p:nvPr/>
        </p:nvGrpSpPr>
        <p:grpSpPr>
          <a:xfrm>
            <a:off x="698501" y="5884314"/>
            <a:ext cx="1454912" cy="577167"/>
            <a:chOff x="0" y="0"/>
            <a:chExt cx="1454911" cy="577165"/>
          </a:xfrm>
        </p:grpSpPr>
        <p:sp>
          <p:nvSpPr>
            <p:cNvPr id="311"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312"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13"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14"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15"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316"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17"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18"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320" name="Plaats hier je titel"/>
          <p:cNvSpPr txBox="1">
            <a:spLocks noGrp="1"/>
          </p:cNvSpPr>
          <p:nvPr>
            <p:ph type="title" hasCustomPrompt="1"/>
          </p:nvPr>
        </p:nvSpPr>
        <p:spPr>
          <a:xfrm>
            <a:off x="698500" y="741499"/>
            <a:ext cx="10775071" cy="490401"/>
          </a:xfrm>
          <a:prstGeom prst="rect">
            <a:avLst/>
          </a:prstGeom>
        </p:spPr>
        <p:txBody>
          <a:bodyPr>
            <a:normAutofit/>
          </a:bodyPr>
          <a:lstStyle/>
          <a:p>
            <a:r>
              <a:t>Plaats hier je titel</a:t>
            </a:r>
          </a:p>
        </p:txBody>
      </p:sp>
      <p:sp>
        <p:nvSpPr>
          <p:cNvPr id="321" name="Slide Number"/>
          <p:cNvSpPr txBox="1">
            <a:spLocks noGrp="1"/>
          </p:cNvSpPr>
          <p:nvPr>
            <p:ph type="sldNum" sz="quarter" idx="2"/>
          </p:nvPr>
        </p:nvSpPr>
        <p:spPr>
          <a:xfrm>
            <a:off x="11289785" y="6246130"/>
            <a:ext cx="182216" cy="172815"/>
          </a:xfrm>
          <a:prstGeom prst="rect">
            <a:avLst/>
          </a:prstGeom>
        </p:spPr>
        <p:txBody>
          <a:bodyPr/>
          <a:lstStyle/>
          <a:p>
            <a:fld id="{86CB4B4D-7CA3-9044-876B-883B54F8677D}" type="slidenum">
              <a:t>‹#›</a:t>
            </a:fld>
            <a:endParaRPr/>
          </a:p>
        </p:txBody>
      </p:sp>
      <p:sp>
        <p:nvSpPr>
          <p:cNvPr id="322" name="Tekstvak 4"/>
          <p:cNvSpPr txBox="1"/>
          <p:nvPr/>
        </p:nvSpPr>
        <p:spPr>
          <a:xfrm>
            <a:off x="34969" y="-662297"/>
            <a:ext cx="12100562"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t>Alleen titel</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ekst">
    <p:spTree>
      <p:nvGrpSpPr>
        <p:cNvPr id="1" name=""/>
        <p:cNvGrpSpPr/>
        <p:nvPr/>
      </p:nvGrpSpPr>
      <p:grpSpPr>
        <a:xfrm>
          <a:off x="0" y="0"/>
          <a:ext cx="0" cy="0"/>
          <a:chOff x="0" y="0"/>
          <a:chExt cx="0" cy="0"/>
        </a:xfrm>
      </p:grpSpPr>
      <p:grpSp>
        <p:nvGrpSpPr>
          <p:cNvPr id="362" name="Groep 9"/>
          <p:cNvGrpSpPr/>
          <p:nvPr/>
        </p:nvGrpSpPr>
        <p:grpSpPr>
          <a:xfrm>
            <a:off x="2982511" y="-1228655"/>
            <a:ext cx="6226977" cy="490402"/>
            <a:chOff x="0" y="0"/>
            <a:chExt cx="6226976" cy="490400"/>
          </a:xfrm>
        </p:grpSpPr>
        <p:sp>
          <p:nvSpPr>
            <p:cNvPr id="350" name="Rechthoek 36"/>
            <p:cNvSpPr/>
            <p:nvPr/>
          </p:nvSpPr>
          <p:spPr>
            <a:xfrm rot="16200000">
              <a:off x="3007798" y="-2728777"/>
              <a:ext cx="211380" cy="622697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361" name="Groep 8"/>
            <p:cNvGrpSpPr/>
            <p:nvPr/>
          </p:nvGrpSpPr>
          <p:grpSpPr>
            <a:xfrm>
              <a:off x="0" y="0"/>
              <a:ext cx="6226975" cy="211381"/>
              <a:chOff x="0" y="0"/>
              <a:chExt cx="6226974" cy="211380"/>
            </a:xfrm>
          </p:grpSpPr>
          <p:sp>
            <p:nvSpPr>
              <p:cNvPr id="351" name="Rechthoek 6"/>
              <p:cNvSpPr/>
              <p:nvPr/>
            </p:nvSpPr>
            <p:spPr>
              <a:xfrm rot="16200000">
                <a:off x="168192" y="-168191"/>
                <a:ext cx="211380" cy="547765"/>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52" name="Rechthoek 29"/>
              <p:cNvSpPr/>
              <p:nvPr/>
            </p:nvSpPr>
            <p:spPr>
              <a:xfrm rot="16200000">
                <a:off x="799215" y="-168191"/>
                <a:ext cx="211380" cy="547765"/>
              </a:xfrm>
              <a:prstGeom prst="rect">
                <a:avLst/>
              </a:prstGeom>
              <a:solidFill>
                <a:srgbClr val="0066A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53" name="Rechthoek 30"/>
              <p:cNvSpPr/>
              <p:nvPr/>
            </p:nvSpPr>
            <p:spPr>
              <a:xfrm rot="16200000">
                <a:off x="1430239" y="-168191"/>
                <a:ext cx="211380" cy="547765"/>
              </a:xfrm>
              <a:prstGeom prst="rect">
                <a:avLst/>
              </a:prstGeom>
              <a:solidFill>
                <a:srgbClr val="00B7D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54" name="Rechthoek 31"/>
              <p:cNvSpPr/>
              <p:nvPr/>
            </p:nvSpPr>
            <p:spPr>
              <a:xfrm rot="16200000">
                <a:off x="2061263" y="-168191"/>
                <a:ext cx="211380" cy="547765"/>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55" name="Rechthoek 32"/>
              <p:cNvSpPr/>
              <p:nvPr/>
            </p:nvSpPr>
            <p:spPr>
              <a:xfrm rot="16200000">
                <a:off x="2692286" y="-168191"/>
                <a:ext cx="211380" cy="547765"/>
              </a:xfrm>
              <a:prstGeom prst="rect">
                <a:avLst/>
              </a:prstGeom>
              <a:solidFill>
                <a:srgbClr val="61A4B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56" name="Rechthoek 33"/>
              <p:cNvSpPr/>
              <p:nvPr/>
            </p:nvSpPr>
            <p:spPr>
              <a:xfrm rot="16200000">
                <a:off x="3323310" y="-168191"/>
                <a:ext cx="211380" cy="547765"/>
              </a:xfrm>
              <a:prstGeom prst="rect">
                <a:avLst/>
              </a:prstGeom>
              <a:solidFill>
                <a:srgbClr val="82D7C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57" name="Rechthoek 34"/>
              <p:cNvSpPr/>
              <p:nvPr/>
            </p:nvSpPr>
            <p:spPr>
              <a:xfrm rot="16200000">
                <a:off x="3954334" y="-168191"/>
                <a:ext cx="211380" cy="547765"/>
              </a:xfrm>
              <a:prstGeom prst="rect">
                <a:avLst/>
              </a:prstGeom>
              <a:solidFill>
                <a:schemeClr val="accent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58" name="Rechthoek 37"/>
              <p:cNvSpPr/>
              <p:nvPr/>
            </p:nvSpPr>
            <p:spPr>
              <a:xfrm rot="16200000">
                <a:off x="4585357" y="-168192"/>
                <a:ext cx="211380" cy="547765"/>
              </a:xfrm>
              <a:prstGeom prst="rect">
                <a:avLst/>
              </a:prstGeom>
              <a:solidFill>
                <a:srgbClr val="99D28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59" name="Rechthoek 38"/>
              <p:cNvSpPr/>
              <p:nvPr/>
            </p:nvSpPr>
            <p:spPr>
              <a:xfrm rot="16200000">
                <a:off x="5216380" y="-168192"/>
                <a:ext cx="211380" cy="547764"/>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60" name="Rechthoek 39"/>
              <p:cNvSpPr/>
              <p:nvPr/>
            </p:nvSpPr>
            <p:spPr>
              <a:xfrm rot="16200000">
                <a:off x="5847403" y="-168193"/>
                <a:ext cx="211380" cy="547765"/>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371" name="Group 4"/>
          <p:cNvGrpSpPr/>
          <p:nvPr/>
        </p:nvGrpSpPr>
        <p:grpSpPr>
          <a:xfrm>
            <a:off x="698501" y="5884314"/>
            <a:ext cx="1454912" cy="577167"/>
            <a:chOff x="0" y="0"/>
            <a:chExt cx="1454911" cy="577165"/>
          </a:xfrm>
        </p:grpSpPr>
        <p:sp>
          <p:nvSpPr>
            <p:cNvPr id="363"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364"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65"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66"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67"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368"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69"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70"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372" name="Plaats hier je titel"/>
          <p:cNvSpPr txBox="1">
            <a:spLocks noGrp="1"/>
          </p:cNvSpPr>
          <p:nvPr>
            <p:ph type="title" hasCustomPrompt="1"/>
          </p:nvPr>
        </p:nvSpPr>
        <p:spPr>
          <a:xfrm>
            <a:off x="698500" y="741499"/>
            <a:ext cx="10775071" cy="490401"/>
          </a:xfrm>
          <a:prstGeom prst="rect">
            <a:avLst/>
          </a:prstGeom>
        </p:spPr>
        <p:txBody>
          <a:bodyPr>
            <a:normAutofit/>
          </a:bodyPr>
          <a:lstStyle/>
          <a:p>
            <a:r>
              <a:t>Plaats hier je titel</a:t>
            </a:r>
          </a:p>
        </p:txBody>
      </p:sp>
      <p:sp>
        <p:nvSpPr>
          <p:cNvPr id="373" name="Body Level One…"/>
          <p:cNvSpPr txBox="1">
            <a:spLocks noGrp="1"/>
          </p:cNvSpPr>
          <p:nvPr>
            <p:ph type="body" idx="1" hasCustomPrompt="1"/>
          </p:nvPr>
        </p:nvSpPr>
        <p:spPr>
          <a:xfrm>
            <a:off x="698500" y="1591900"/>
            <a:ext cx="10773500" cy="4356464"/>
          </a:xfrm>
          <a:prstGeom prst="rect">
            <a:avLst/>
          </a:prstGeom>
        </p:spPr>
        <p:txBody>
          <a:bodyPr>
            <a:normAutofit/>
          </a:bodyPr>
          <a:lstStyle/>
          <a:p>
            <a:r>
              <a:t>Klik hier om een bullet te plaatsen.</a:t>
            </a:r>
          </a:p>
          <a:p>
            <a:pPr lvl="1"/>
            <a:endParaRPr/>
          </a:p>
          <a:p>
            <a:pPr lvl="2"/>
            <a:endParaRPr/>
          </a:p>
          <a:p>
            <a:pPr lvl="3"/>
            <a:endParaRPr/>
          </a:p>
          <a:p>
            <a:pPr lvl="4"/>
            <a:endParaRPr/>
          </a:p>
        </p:txBody>
      </p:sp>
      <p:sp>
        <p:nvSpPr>
          <p:cNvPr id="374" name="Slide Number"/>
          <p:cNvSpPr txBox="1">
            <a:spLocks noGrp="1"/>
          </p:cNvSpPr>
          <p:nvPr>
            <p:ph type="sldNum" sz="quarter" idx="2"/>
          </p:nvPr>
        </p:nvSpPr>
        <p:spPr>
          <a:xfrm>
            <a:off x="11289785" y="6246130"/>
            <a:ext cx="182216" cy="172815"/>
          </a:xfrm>
          <a:prstGeom prst="rect">
            <a:avLst/>
          </a:prstGeom>
        </p:spPr>
        <p:txBody>
          <a:bodyPr/>
          <a:lstStyle/>
          <a:p>
            <a:fld id="{86CB4B4D-7CA3-9044-876B-883B54F8677D}" type="slidenum">
              <a:t>‹#›</a:t>
            </a:fld>
            <a:endParaRPr/>
          </a:p>
        </p:txBody>
      </p:sp>
      <p:sp>
        <p:nvSpPr>
          <p:cNvPr id="375" name="Tekstvak 6"/>
          <p:cNvSpPr txBox="1"/>
          <p:nvPr/>
        </p:nvSpPr>
        <p:spPr>
          <a:xfrm>
            <a:off x="34969" y="-662297"/>
            <a:ext cx="12100562"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t>Tekst</a:t>
            </a: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ekst (Wit)">
    <p:spTree>
      <p:nvGrpSpPr>
        <p:cNvPr id="1" name=""/>
        <p:cNvGrpSpPr/>
        <p:nvPr/>
      </p:nvGrpSpPr>
      <p:grpSpPr>
        <a:xfrm>
          <a:off x="0" y="0"/>
          <a:ext cx="0" cy="0"/>
          <a:chOff x="0" y="0"/>
          <a:chExt cx="0" cy="0"/>
        </a:xfrm>
      </p:grpSpPr>
      <p:grpSp>
        <p:nvGrpSpPr>
          <p:cNvPr id="683" name="Groep 9"/>
          <p:cNvGrpSpPr/>
          <p:nvPr/>
        </p:nvGrpSpPr>
        <p:grpSpPr>
          <a:xfrm>
            <a:off x="2982511" y="-1228655"/>
            <a:ext cx="6226977" cy="490402"/>
            <a:chOff x="0" y="0"/>
            <a:chExt cx="6226976" cy="490400"/>
          </a:xfrm>
        </p:grpSpPr>
        <p:sp>
          <p:nvSpPr>
            <p:cNvPr id="671" name="Rechthoek 36"/>
            <p:cNvSpPr/>
            <p:nvPr/>
          </p:nvSpPr>
          <p:spPr>
            <a:xfrm rot="16200000">
              <a:off x="3007798" y="-2728777"/>
              <a:ext cx="211380" cy="622697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682" name="Groep 8"/>
            <p:cNvGrpSpPr/>
            <p:nvPr/>
          </p:nvGrpSpPr>
          <p:grpSpPr>
            <a:xfrm>
              <a:off x="0" y="0"/>
              <a:ext cx="6226975" cy="211381"/>
              <a:chOff x="0" y="0"/>
              <a:chExt cx="6226974" cy="211380"/>
            </a:xfrm>
          </p:grpSpPr>
          <p:sp>
            <p:nvSpPr>
              <p:cNvPr id="672" name="Rechthoek 6"/>
              <p:cNvSpPr/>
              <p:nvPr/>
            </p:nvSpPr>
            <p:spPr>
              <a:xfrm rot="16200000">
                <a:off x="168192" y="-168191"/>
                <a:ext cx="211380" cy="547765"/>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673" name="Rechthoek 29"/>
              <p:cNvSpPr/>
              <p:nvPr/>
            </p:nvSpPr>
            <p:spPr>
              <a:xfrm rot="16200000">
                <a:off x="799215" y="-168191"/>
                <a:ext cx="211380" cy="547765"/>
              </a:xfrm>
              <a:prstGeom prst="rect">
                <a:avLst/>
              </a:prstGeom>
              <a:solidFill>
                <a:srgbClr val="0066A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674" name="Rechthoek 30"/>
              <p:cNvSpPr/>
              <p:nvPr/>
            </p:nvSpPr>
            <p:spPr>
              <a:xfrm rot="16200000">
                <a:off x="1430239" y="-168191"/>
                <a:ext cx="211380" cy="547765"/>
              </a:xfrm>
              <a:prstGeom prst="rect">
                <a:avLst/>
              </a:prstGeom>
              <a:solidFill>
                <a:srgbClr val="00B7D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675" name="Rechthoek 31"/>
              <p:cNvSpPr/>
              <p:nvPr/>
            </p:nvSpPr>
            <p:spPr>
              <a:xfrm rot="16200000">
                <a:off x="2061263" y="-168191"/>
                <a:ext cx="211380" cy="547765"/>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676" name="Rechthoek 32"/>
              <p:cNvSpPr/>
              <p:nvPr/>
            </p:nvSpPr>
            <p:spPr>
              <a:xfrm rot="16200000">
                <a:off x="2692286" y="-168191"/>
                <a:ext cx="211380" cy="547765"/>
              </a:xfrm>
              <a:prstGeom prst="rect">
                <a:avLst/>
              </a:prstGeom>
              <a:solidFill>
                <a:srgbClr val="61A4B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677" name="Rechthoek 33"/>
              <p:cNvSpPr/>
              <p:nvPr/>
            </p:nvSpPr>
            <p:spPr>
              <a:xfrm rot="16200000">
                <a:off x="3323310" y="-168191"/>
                <a:ext cx="211380" cy="547765"/>
              </a:xfrm>
              <a:prstGeom prst="rect">
                <a:avLst/>
              </a:prstGeom>
              <a:solidFill>
                <a:srgbClr val="82D7C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678" name="Rechthoek 34"/>
              <p:cNvSpPr/>
              <p:nvPr/>
            </p:nvSpPr>
            <p:spPr>
              <a:xfrm rot="16200000">
                <a:off x="3954334" y="-168191"/>
                <a:ext cx="211380" cy="547765"/>
              </a:xfrm>
              <a:prstGeom prst="rect">
                <a:avLst/>
              </a:prstGeom>
              <a:solidFill>
                <a:schemeClr val="accent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679" name="Rechthoek 37"/>
              <p:cNvSpPr/>
              <p:nvPr/>
            </p:nvSpPr>
            <p:spPr>
              <a:xfrm rot="16200000">
                <a:off x="4585357" y="-168192"/>
                <a:ext cx="211380" cy="547765"/>
              </a:xfrm>
              <a:prstGeom prst="rect">
                <a:avLst/>
              </a:prstGeom>
              <a:solidFill>
                <a:srgbClr val="99D28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680" name="Rechthoek 38"/>
              <p:cNvSpPr/>
              <p:nvPr/>
            </p:nvSpPr>
            <p:spPr>
              <a:xfrm rot="16200000">
                <a:off x="5216380" y="-168192"/>
                <a:ext cx="211380" cy="547764"/>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681" name="Rechthoek 39"/>
              <p:cNvSpPr/>
              <p:nvPr/>
            </p:nvSpPr>
            <p:spPr>
              <a:xfrm rot="16200000">
                <a:off x="5847403" y="-168193"/>
                <a:ext cx="211380" cy="547765"/>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692" name="Group 4"/>
          <p:cNvGrpSpPr/>
          <p:nvPr/>
        </p:nvGrpSpPr>
        <p:grpSpPr>
          <a:xfrm>
            <a:off x="698501" y="5884314"/>
            <a:ext cx="1454912" cy="577167"/>
            <a:chOff x="0" y="0"/>
            <a:chExt cx="1454911" cy="577165"/>
          </a:xfrm>
        </p:grpSpPr>
        <p:sp>
          <p:nvSpPr>
            <p:cNvPr id="684"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5"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686"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687"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688"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689"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690"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691"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693" name="Body Level One…"/>
          <p:cNvSpPr txBox="1">
            <a:spLocks noGrp="1"/>
          </p:cNvSpPr>
          <p:nvPr>
            <p:ph type="body" idx="1"/>
          </p:nvPr>
        </p:nvSpPr>
        <p:spPr>
          <a:xfrm>
            <a:off x="698498" y="718513"/>
            <a:ext cx="10798176" cy="5229851"/>
          </a:xfrm>
          <a:prstGeom prst="rect">
            <a:avLst/>
          </a:prstGeom>
        </p:spPr>
        <p:txBody>
          <a:bodyPr anchor="ctr">
            <a:normAutofit/>
          </a:bodyPr>
          <a:lstStyle>
            <a:lvl1pPr marL="0" indent="0" algn="ctr">
              <a:buClrTx/>
              <a:buSzTx/>
              <a:buNone/>
              <a:defRPr sz="4400">
                <a:latin typeface="Roboto Slab Regular Regular"/>
                <a:ea typeface="Roboto Slab Regular Regular"/>
                <a:cs typeface="Roboto Slab Regular Regular"/>
                <a:sym typeface="Roboto Slab Regular Regular"/>
              </a:defRPr>
            </a:lvl1pPr>
            <a:lvl2pPr marL="0" indent="0" algn="ctr">
              <a:buClrTx/>
              <a:buSzTx/>
              <a:buNone/>
              <a:defRPr sz="4400">
                <a:latin typeface="Roboto Slab Regular Regular"/>
                <a:ea typeface="Roboto Slab Regular Regular"/>
                <a:cs typeface="Roboto Slab Regular Regular"/>
                <a:sym typeface="Roboto Slab Regular Regular"/>
              </a:defRPr>
            </a:lvl2pPr>
            <a:lvl3pPr algn="ctr">
              <a:buClrTx/>
              <a:buFontTx/>
              <a:defRPr sz="4400">
                <a:latin typeface="Roboto Slab Regular Regular"/>
                <a:ea typeface="Roboto Slab Regular Regular"/>
                <a:cs typeface="Roboto Slab Regular Regular"/>
                <a:sym typeface="Roboto Slab Regular Regular"/>
              </a:defRPr>
            </a:lvl3pPr>
            <a:lvl4pPr algn="ctr">
              <a:buClrTx/>
              <a:buFontTx/>
              <a:defRPr sz="4400">
                <a:latin typeface="Roboto Slab Regular Regular"/>
                <a:ea typeface="Roboto Slab Regular Regular"/>
                <a:cs typeface="Roboto Slab Regular Regular"/>
                <a:sym typeface="Roboto Slab Regular Regular"/>
              </a:defRPr>
            </a:lvl4pPr>
            <a:lvl5pPr marL="0" indent="0" algn="ctr">
              <a:buClrTx/>
              <a:buSzTx/>
              <a:buFontTx/>
              <a:buNone/>
              <a:defRPr sz="4400">
                <a:latin typeface="Roboto Slab Regular Regular"/>
                <a:ea typeface="Roboto Slab Regular Regular"/>
                <a:cs typeface="Roboto Slab Regular Regular"/>
                <a:sym typeface="Roboto Slab Regular Regular"/>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94" name="Tekstvak 6"/>
          <p:cNvSpPr txBox="1"/>
          <p:nvPr/>
        </p:nvSpPr>
        <p:spPr>
          <a:xfrm>
            <a:off x="34969" y="-662297"/>
            <a:ext cx="12100562"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t>Tekst (Wit)</a:t>
            </a:r>
          </a:p>
        </p:txBody>
      </p:sp>
      <p:sp>
        <p:nvSpPr>
          <p:cNvPr id="708" name="Slide Number"/>
          <p:cNvSpPr txBox="1">
            <a:spLocks noGrp="1"/>
          </p:cNvSpPr>
          <p:nvPr>
            <p:ph type="sldNum" sz="quarter" idx="2"/>
          </p:nvPr>
        </p:nvSpPr>
        <p:spPr>
          <a:xfrm>
            <a:off x="11289785" y="6246130"/>
            <a:ext cx="182216" cy="172815"/>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ekst en Beeld (S)">
    <p:spTree>
      <p:nvGrpSpPr>
        <p:cNvPr id="1" name=""/>
        <p:cNvGrpSpPr/>
        <p:nvPr/>
      </p:nvGrpSpPr>
      <p:grpSpPr>
        <a:xfrm>
          <a:off x="0" y="0"/>
          <a:ext cx="0" cy="0"/>
          <a:chOff x="0" y="0"/>
          <a:chExt cx="0" cy="0"/>
        </a:xfrm>
      </p:grpSpPr>
      <p:grpSp>
        <p:nvGrpSpPr>
          <p:cNvPr id="848" name="Groep 9"/>
          <p:cNvGrpSpPr/>
          <p:nvPr/>
        </p:nvGrpSpPr>
        <p:grpSpPr>
          <a:xfrm>
            <a:off x="2982511" y="-1228655"/>
            <a:ext cx="6226977" cy="490402"/>
            <a:chOff x="0" y="0"/>
            <a:chExt cx="6226976" cy="490400"/>
          </a:xfrm>
        </p:grpSpPr>
        <p:sp>
          <p:nvSpPr>
            <p:cNvPr id="836" name="Rechthoek 36"/>
            <p:cNvSpPr/>
            <p:nvPr/>
          </p:nvSpPr>
          <p:spPr>
            <a:xfrm rot="16200000">
              <a:off x="3007798" y="-2728777"/>
              <a:ext cx="211380" cy="622697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847" name="Groep 8"/>
            <p:cNvGrpSpPr/>
            <p:nvPr/>
          </p:nvGrpSpPr>
          <p:grpSpPr>
            <a:xfrm>
              <a:off x="0" y="0"/>
              <a:ext cx="6226975" cy="211381"/>
              <a:chOff x="0" y="0"/>
              <a:chExt cx="6226974" cy="211380"/>
            </a:xfrm>
          </p:grpSpPr>
          <p:sp>
            <p:nvSpPr>
              <p:cNvPr id="837" name="Rechthoek 6"/>
              <p:cNvSpPr/>
              <p:nvPr/>
            </p:nvSpPr>
            <p:spPr>
              <a:xfrm rot="16200000">
                <a:off x="168192" y="-168191"/>
                <a:ext cx="211380" cy="547765"/>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38" name="Rechthoek 29"/>
              <p:cNvSpPr/>
              <p:nvPr/>
            </p:nvSpPr>
            <p:spPr>
              <a:xfrm rot="16200000">
                <a:off x="799215" y="-168191"/>
                <a:ext cx="211380" cy="547765"/>
              </a:xfrm>
              <a:prstGeom prst="rect">
                <a:avLst/>
              </a:prstGeom>
              <a:solidFill>
                <a:srgbClr val="0066A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39" name="Rechthoek 30"/>
              <p:cNvSpPr/>
              <p:nvPr/>
            </p:nvSpPr>
            <p:spPr>
              <a:xfrm rot="16200000">
                <a:off x="1430239" y="-168191"/>
                <a:ext cx="211380" cy="547765"/>
              </a:xfrm>
              <a:prstGeom prst="rect">
                <a:avLst/>
              </a:prstGeom>
              <a:solidFill>
                <a:srgbClr val="00B7D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40" name="Rechthoek 31"/>
              <p:cNvSpPr/>
              <p:nvPr/>
            </p:nvSpPr>
            <p:spPr>
              <a:xfrm rot="16200000">
                <a:off x="2061263" y="-168191"/>
                <a:ext cx="211380" cy="547765"/>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41" name="Rechthoek 32"/>
              <p:cNvSpPr/>
              <p:nvPr/>
            </p:nvSpPr>
            <p:spPr>
              <a:xfrm rot="16200000">
                <a:off x="2692286" y="-168191"/>
                <a:ext cx="211380" cy="547765"/>
              </a:xfrm>
              <a:prstGeom prst="rect">
                <a:avLst/>
              </a:prstGeom>
              <a:solidFill>
                <a:srgbClr val="61A4B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42" name="Rechthoek 33"/>
              <p:cNvSpPr/>
              <p:nvPr/>
            </p:nvSpPr>
            <p:spPr>
              <a:xfrm rot="16200000">
                <a:off x="3323310" y="-168191"/>
                <a:ext cx="211380" cy="547765"/>
              </a:xfrm>
              <a:prstGeom prst="rect">
                <a:avLst/>
              </a:prstGeom>
              <a:solidFill>
                <a:srgbClr val="82D7C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43" name="Rechthoek 34"/>
              <p:cNvSpPr/>
              <p:nvPr/>
            </p:nvSpPr>
            <p:spPr>
              <a:xfrm rot="16200000">
                <a:off x="3954334" y="-168191"/>
                <a:ext cx="211380" cy="547765"/>
              </a:xfrm>
              <a:prstGeom prst="rect">
                <a:avLst/>
              </a:prstGeom>
              <a:solidFill>
                <a:schemeClr val="accent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44" name="Rechthoek 37"/>
              <p:cNvSpPr/>
              <p:nvPr/>
            </p:nvSpPr>
            <p:spPr>
              <a:xfrm rot="16200000">
                <a:off x="4585357" y="-168192"/>
                <a:ext cx="211380" cy="547765"/>
              </a:xfrm>
              <a:prstGeom prst="rect">
                <a:avLst/>
              </a:prstGeom>
              <a:solidFill>
                <a:srgbClr val="99D28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45" name="Rechthoek 38"/>
              <p:cNvSpPr/>
              <p:nvPr/>
            </p:nvSpPr>
            <p:spPr>
              <a:xfrm rot="16200000">
                <a:off x="5216380" y="-168192"/>
                <a:ext cx="211380" cy="547764"/>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46" name="Rechthoek 39"/>
              <p:cNvSpPr/>
              <p:nvPr/>
            </p:nvSpPr>
            <p:spPr>
              <a:xfrm rot="16200000">
                <a:off x="5847403" y="-168193"/>
                <a:ext cx="211380" cy="547765"/>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857" name="Group 4"/>
          <p:cNvGrpSpPr/>
          <p:nvPr/>
        </p:nvGrpSpPr>
        <p:grpSpPr>
          <a:xfrm>
            <a:off x="698501" y="5884314"/>
            <a:ext cx="1454912" cy="577167"/>
            <a:chOff x="0" y="0"/>
            <a:chExt cx="1454911" cy="577165"/>
          </a:xfrm>
        </p:grpSpPr>
        <p:sp>
          <p:nvSpPr>
            <p:cNvPr id="849"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50"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851"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852"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853"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854"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855"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856"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858" name="Rechthoek 221"/>
          <p:cNvSpPr/>
          <p:nvPr/>
        </p:nvSpPr>
        <p:spPr>
          <a:xfrm>
            <a:off x="7783149" y="0"/>
            <a:ext cx="4412523" cy="6858000"/>
          </a:xfrm>
          <a:prstGeom prst="rect">
            <a:avLst/>
          </a:prstGeom>
          <a:solidFill>
            <a:schemeClr val="accent1"/>
          </a:solidFill>
          <a:ln w="12700">
            <a:miter lim="400000"/>
          </a:ln>
        </p:spPr>
        <p:txBody>
          <a:bodyPr lIns="45719" rIns="45719" anchor="ctr"/>
          <a:lstStyle/>
          <a:p>
            <a:pPr algn="ctr">
              <a:defRPr sz="1600">
                <a:solidFill>
                  <a:srgbClr val="FFFFFF"/>
                </a:solidFill>
              </a:defRPr>
            </a:pPr>
            <a:endParaRPr/>
          </a:p>
        </p:txBody>
      </p:sp>
      <p:sp>
        <p:nvSpPr>
          <p:cNvPr id="859" name="Body Level One…"/>
          <p:cNvSpPr txBox="1">
            <a:spLocks noGrp="1"/>
          </p:cNvSpPr>
          <p:nvPr>
            <p:ph type="body" sz="half" idx="1" hasCustomPrompt="1"/>
          </p:nvPr>
        </p:nvSpPr>
        <p:spPr>
          <a:xfrm>
            <a:off x="7783149" y="0"/>
            <a:ext cx="4412523" cy="6858000"/>
          </a:xfrm>
          <a:prstGeom prst="rect">
            <a:avLst/>
          </a:prstGeom>
          <a:solidFill>
            <a:schemeClr val="accent6"/>
          </a:solidFill>
        </p:spPr>
        <p:txBody>
          <a:bodyPr>
            <a:normAutofit/>
          </a:bodyPr>
          <a:lstStyle>
            <a:lvl1pPr marL="0" indent="0">
              <a:buClrTx/>
              <a:buSzTx/>
              <a:buNone/>
            </a:lvl1pPr>
            <a:lvl2pPr>
              <a:buClrTx/>
            </a:lvl2pPr>
            <a:lvl3pPr>
              <a:buClrTx/>
              <a:buFontTx/>
            </a:lvl3pPr>
            <a:lvl4pPr>
              <a:buClrTx/>
              <a:buFontTx/>
            </a:lvl4pPr>
            <a:lvl5pPr>
              <a:buClrTx/>
              <a:buFontTx/>
            </a:lvl5pPr>
          </a:lstStyle>
          <a:p>
            <a:r>
              <a:t>  </a:t>
            </a:r>
          </a:p>
          <a:p>
            <a:pPr lvl="1"/>
            <a:endParaRPr/>
          </a:p>
          <a:p>
            <a:pPr lvl="2"/>
            <a:endParaRPr/>
          </a:p>
          <a:p>
            <a:pPr lvl="3"/>
            <a:endParaRPr/>
          </a:p>
          <a:p>
            <a:pPr lvl="4"/>
            <a:endParaRPr/>
          </a:p>
        </p:txBody>
      </p:sp>
      <p:sp>
        <p:nvSpPr>
          <p:cNvPr id="860" name="Tijdelijke aanduiding voor afbeelding 8"/>
          <p:cNvSpPr>
            <a:spLocks noGrp="1"/>
          </p:cNvSpPr>
          <p:nvPr>
            <p:ph type="pic" sz="half" idx="21"/>
          </p:nvPr>
        </p:nvSpPr>
        <p:spPr>
          <a:xfrm>
            <a:off x="7783149" y="1433"/>
            <a:ext cx="4408851" cy="6856567"/>
          </a:xfrm>
          <a:prstGeom prst="rect">
            <a:avLst/>
          </a:prstGeom>
        </p:spPr>
        <p:txBody>
          <a:bodyPr lIns="91439" tIns="45719" rIns="91439" bIns="45719"/>
          <a:lstStyle/>
          <a:p>
            <a:r>
              <a:rPr lang="en-US"/>
              <a:t>Click icon to add picture</a:t>
            </a:r>
            <a:endParaRPr/>
          </a:p>
        </p:txBody>
      </p:sp>
      <p:sp>
        <p:nvSpPr>
          <p:cNvPr id="861" name="Plaats hier je titel"/>
          <p:cNvSpPr txBox="1">
            <a:spLocks noGrp="1"/>
          </p:cNvSpPr>
          <p:nvPr>
            <p:ph type="title" hasCustomPrompt="1"/>
          </p:nvPr>
        </p:nvSpPr>
        <p:spPr>
          <a:xfrm>
            <a:off x="705147" y="741499"/>
            <a:ext cx="6322009" cy="490401"/>
          </a:xfrm>
          <a:prstGeom prst="rect">
            <a:avLst/>
          </a:prstGeom>
        </p:spPr>
        <p:txBody>
          <a:bodyPr>
            <a:normAutofit/>
          </a:bodyPr>
          <a:lstStyle/>
          <a:p>
            <a:r>
              <a:t>Plaats hier je titel</a:t>
            </a:r>
          </a:p>
        </p:txBody>
      </p:sp>
      <p:sp>
        <p:nvSpPr>
          <p:cNvPr id="862" name="Tijdelijke aanduiding voor verticale tekst 2"/>
          <p:cNvSpPr>
            <a:spLocks noGrp="1"/>
          </p:cNvSpPr>
          <p:nvPr>
            <p:ph type="body" sz="half" idx="22"/>
          </p:nvPr>
        </p:nvSpPr>
        <p:spPr>
          <a:xfrm>
            <a:off x="705145" y="1591899"/>
            <a:ext cx="6321089" cy="4356465"/>
          </a:xfrm>
          <a:prstGeom prst="rect">
            <a:avLst/>
          </a:prstGeom>
        </p:spPr>
        <p:txBody>
          <a:bodyPr>
            <a:normAutofit/>
          </a:bodyPr>
          <a:lstStyle/>
          <a:p>
            <a:pPr lvl="0"/>
            <a:r>
              <a:rPr lang="en-US"/>
              <a:t>Click to edit Master text styles</a:t>
            </a:r>
          </a:p>
        </p:txBody>
      </p:sp>
      <p:sp>
        <p:nvSpPr>
          <p:cNvPr id="863" name="Tekstvak 6"/>
          <p:cNvSpPr txBox="1"/>
          <p:nvPr/>
        </p:nvSpPr>
        <p:spPr>
          <a:xfrm>
            <a:off x="34969" y="-662297"/>
            <a:ext cx="12100562"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t>Tekst en Beeld (S)</a:t>
            </a:r>
          </a:p>
        </p:txBody>
      </p:sp>
      <p:sp>
        <p:nvSpPr>
          <p:cNvPr id="864" name="Slide Number"/>
          <p:cNvSpPr txBox="1">
            <a:spLocks noGrp="1"/>
          </p:cNvSpPr>
          <p:nvPr>
            <p:ph type="sldNum" sz="quarter" idx="2"/>
          </p:nvPr>
        </p:nvSpPr>
        <p:spPr>
          <a:xfrm>
            <a:off x="11289785" y="6246130"/>
            <a:ext cx="182216" cy="172815"/>
          </a:xfrm>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Tekst en Beeld (M)">
    <p:spTree>
      <p:nvGrpSpPr>
        <p:cNvPr id="1" name=""/>
        <p:cNvGrpSpPr/>
        <p:nvPr/>
      </p:nvGrpSpPr>
      <p:grpSpPr>
        <a:xfrm>
          <a:off x="0" y="0"/>
          <a:ext cx="0" cy="0"/>
          <a:chOff x="0" y="0"/>
          <a:chExt cx="0" cy="0"/>
        </a:xfrm>
      </p:grpSpPr>
      <p:grpSp>
        <p:nvGrpSpPr>
          <p:cNvPr id="1068" name="Groep 9"/>
          <p:cNvGrpSpPr/>
          <p:nvPr/>
        </p:nvGrpSpPr>
        <p:grpSpPr>
          <a:xfrm>
            <a:off x="2982511" y="-1228655"/>
            <a:ext cx="6226977" cy="490402"/>
            <a:chOff x="0" y="0"/>
            <a:chExt cx="6226976" cy="490400"/>
          </a:xfrm>
        </p:grpSpPr>
        <p:sp>
          <p:nvSpPr>
            <p:cNvPr id="1056" name="Rechthoek 36"/>
            <p:cNvSpPr/>
            <p:nvPr/>
          </p:nvSpPr>
          <p:spPr>
            <a:xfrm rot="16200000">
              <a:off x="3007798" y="-2728777"/>
              <a:ext cx="211380" cy="622697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1067" name="Groep 8"/>
            <p:cNvGrpSpPr/>
            <p:nvPr/>
          </p:nvGrpSpPr>
          <p:grpSpPr>
            <a:xfrm>
              <a:off x="0" y="0"/>
              <a:ext cx="6226975" cy="211381"/>
              <a:chOff x="0" y="0"/>
              <a:chExt cx="6226974" cy="211380"/>
            </a:xfrm>
          </p:grpSpPr>
          <p:sp>
            <p:nvSpPr>
              <p:cNvPr id="1057" name="Rechthoek 6"/>
              <p:cNvSpPr/>
              <p:nvPr/>
            </p:nvSpPr>
            <p:spPr>
              <a:xfrm rot="16200000">
                <a:off x="168192" y="-168191"/>
                <a:ext cx="211380" cy="547765"/>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58" name="Rechthoek 29"/>
              <p:cNvSpPr/>
              <p:nvPr/>
            </p:nvSpPr>
            <p:spPr>
              <a:xfrm rot="16200000">
                <a:off x="799215" y="-168191"/>
                <a:ext cx="211380" cy="547765"/>
              </a:xfrm>
              <a:prstGeom prst="rect">
                <a:avLst/>
              </a:prstGeom>
              <a:solidFill>
                <a:srgbClr val="0066A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59" name="Rechthoek 30"/>
              <p:cNvSpPr/>
              <p:nvPr/>
            </p:nvSpPr>
            <p:spPr>
              <a:xfrm rot="16200000">
                <a:off x="1430239" y="-168191"/>
                <a:ext cx="211380" cy="547765"/>
              </a:xfrm>
              <a:prstGeom prst="rect">
                <a:avLst/>
              </a:prstGeom>
              <a:solidFill>
                <a:srgbClr val="00B7D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60" name="Rechthoek 31"/>
              <p:cNvSpPr/>
              <p:nvPr/>
            </p:nvSpPr>
            <p:spPr>
              <a:xfrm rot="16200000">
                <a:off x="2061263" y="-168191"/>
                <a:ext cx="211380" cy="547765"/>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61" name="Rechthoek 32"/>
              <p:cNvSpPr/>
              <p:nvPr/>
            </p:nvSpPr>
            <p:spPr>
              <a:xfrm rot="16200000">
                <a:off x="2692286" y="-168191"/>
                <a:ext cx="211380" cy="547765"/>
              </a:xfrm>
              <a:prstGeom prst="rect">
                <a:avLst/>
              </a:prstGeom>
              <a:solidFill>
                <a:srgbClr val="61A4B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62" name="Rechthoek 33"/>
              <p:cNvSpPr/>
              <p:nvPr/>
            </p:nvSpPr>
            <p:spPr>
              <a:xfrm rot="16200000">
                <a:off x="3323310" y="-168191"/>
                <a:ext cx="211380" cy="547765"/>
              </a:xfrm>
              <a:prstGeom prst="rect">
                <a:avLst/>
              </a:prstGeom>
              <a:solidFill>
                <a:srgbClr val="82D7C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63" name="Rechthoek 34"/>
              <p:cNvSpPr/>
              <p:nvPr/>
            </p:nvSpPr>
            <p:spPr>
              <a:xfrm rot="16200000">
                <a:off x="3954334" y="-168191"/>
                <a:ext cx="211380" cy="547765"/>
              </a:xfrm>
              <a:prstGeom prst="rect">
                <a:avLst/>
              </a:prstGeom>
              <a:solidFill>
                <a:schemeClr val="accent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64" name="Rechthoek 37"/>
              <p:cNvSpPr/>
              <p:nvPr/>
            </p:nvSpPr>
            <p:spPr>
              <a:xfrm rot="16200000">
                <a:off x="4585357" y="-168192"/>
                <a:ext cx="211380" cy="547765"/>
              </a:xfrm>
              <a:prstGeom prst="rect">
                <a:avLst/>
              </a:prstGeom>
              <a:solidFill>
                <a:srgbClr val="99D28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65" name="Rechthoek 38"/>
              <p:cNvSpPr/>
              <p:nvPr/>
            </p:nvSpPr>
            <p:spPr>
              <a:xfrm rot="16200000">
                <a:off x="5216380" y="-168192"/>
                <a:ext cx="211380" cy="547764"/>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66" name="Rechthoek 39"/>
              <p:cNvSpPr/>
              <p:nvPr/>
            </p:nvSpPr>
            <p:spPr>
              <a:xfrm rot="16200000">
                <a:off x="5847403" y="-168193"/>
                <a:ext cx="211380" cy="547765"/>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1077" name="Group 4"/>
          <p:cNvGrpSpPr/>
          <p:nvPr/>
        </p:nvGrpSpPr>
        <p:grpSpPr>
          <a:xfrm>
            <a:off x="698501" y="5884314"/>
            <a:ext cx="1454912" cy="577167"/>
            <a:chOff x="0" y="0"/>
            <a:chExt cx="1454911" cy="577165"/>
          </a:xfrm>
        </p:grpSpPr>
        <p:sp>
          <p:nvSpPr>
            <p:cNvPr id="1069"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70"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071"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072"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073"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1074"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075"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076"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1078" name="Rechthoek 7"/>
          <p:cNvSpPr/>
          <p:nvPr/>
        </p:nvSpPr>
        <p:spPr>
          <a:xfrm>
            <a:off x="6106750" y="0"/>
            <a:ext cx="6084001" cy="6858000"/>
          </a:xfrm>
          <a:prstGeom prst="rect">
            <a:avLst/>
          </a:prstGeom>
          <a:solidFill>
            <a:schemeClr val="accent1"/>
          </a:solidFill>
          <a:ln w="12700">
            <a:miter lim="400000"/>
          </a:ln>
        </p:spPr>
        <p:txBody>
          <a:bodyPr lIns="45719" rIns="45719" anchor="ctr"/>
          <a:lstStyle/>
          <a:p>
            <a:pPr algn="ctr">
              <a:defRPr sz="1600">
                <a:solidFill>
                  <a:srgbClr val="FFFFFF"/>
                </a:solidFill>
              </a:defRPr>
            </a:pPr>
            <a:endParaRPr/>
          </a:p>
        </p:txBody>
      </p:sp>
      <p:sp>
        <p:nvSpPr>
          <p:cNvPr id="1079" name="Body Level One…"/>
          <p:cNvSpPr txBox="1">
            <a:spLocks noGrp="1"/>
          </p:cNvSpPr>
          <p:nvPr>
            <p:ph type="body" idx="1" hasCustomPrompt="1"/>
          </p:nvPr>
        </p:nvSpPr>
        <p:spPr>
          <a:xfrm>
            <a:off x="6106750" y="1"/>
            <a:ext cx="6085250" cy="6854313"/>
          </a:xfrm>
          <a:prstGeom prst="rect">
            <a:avLst/>
          </a:prstGeom>
          <a:solidFill>
            <a:srgbClr val="61A4B4"/>
          </a:solidFill>
        </p:spPr>
        <p:txBody>
          <a:bodyPr>
            <a:normAutofit/>
          </a:bodyPr>
          <a:lstStyle>
            <a:lvl1pPr marL="0" indent="0">
              <a:buClrTx/>
              <a:buSzTx/>
              <a:buNone/>
            </a:lvl1pPr>
            <a:lvl2pPr>
              <a:buClrTx/>
            </a:lvl2pPr>
            <a:lvl3pPr>
              <a:buClrTx/>
              <a:buFontTx/>
            </a:lvl3pPr>
            <a:lvl4pPr>
              <a:buClrTx/>
              <a:buFontTx/>
            </a:lvl4pPr>
            <a:lvl5pPr>
              <a:buClrTx/>
              <a:buFontTx/>
            </a:lvl5pPr>
          </a:lstStyle>
          <a:p>
            <a:r>
              <a:t>  </a:t>
            </a:r>
          </a:p>
          <a:p>
            <a:pPr lvl="1"/>
            <a:endParaRPr/>
          </a:p>
          <a:p>
            <a:pPr lvl="2"/>
            <a:endParaRPr/>
          </a:p>
          <a:p>
            <a:pPr lvl="3"/>
            <a:endParaRPr/>
          </a:p>
          <a:p>
            <a:pPr lvl="4"/>
            <a:endParaRPr/>
          </a:p>
        </p:txBody>
      </p:sp>
      <p:sp>
        <p:nvSpPr>
          <p:cNvPr id="1080" name="Tijdelijke aanduiding voor afbeelding 8"/>
          <p:cNvSpPr>
            <a:spLocks noGrp="1"/>
          </p:cNvSpPr>
          <p:nvPr>
            <p:ph type="pic" idx="21"/>
          </p:nvPr>
        </p:nvSpPr>
        <p:spPr>
          <a:xfrm>
            <a:off x="6106750" y="1433"/>
            <a:ext cx="6085250" cy="6856567"/>
          </a:xfrm>
          <a:prstGeom prst="rect">
            <a:avLst/>
          </a:prstGeom>
        </p:spPr>
        <p:txBody>
          <a:bodyPr lIns="91439" tIns="45719" rIns="91439" bIns="45719"/>
          <a:lstStyle/>
          <a:p>
            <a:r>
              <a:rPr lang="en-US"/>
              <a:t>Click icon to add picture</a:t>
            </a:r>
            <a:endParaRPr/>
          </a:p>
        </p:txBody>
      </p:sp>
      <p:sp>
        <p:nvSpPr>
          <p:cNvPr id="1081" name="Plaats hier je titel"/>
          <p:cNvSpPr txBox="1">
            <a:spLocks noGrp="1"/>
          </p:cNvSpPr>
          <p:nvPr>
            <p:ph type="title" hasCustomPrompt="1"/>
          </p:nvPr>
        </p:nvSpPr>
        <p:spPr>
          <a:xfrm>
            <a:off x="698501" y="741499"/>
            <a:ext cx="4774081" cy="490401"/>
          </a:xfrm>
          <a:prstGeom prst="rect">
            <a:avLst/>
          </a:prstGeom>
        </p:spPr>
        <p:txBody>
          <a:bodyPr>
            <a:normAutofit/>
          </a:bodyPr>
          <a:lstStyle/>
          <a:p>
            <a:r>
              <a:t>Plaats hier je titel</a:t>
            </a:r>
          </a:p>
        </p:txBody>
      </p:sp>
      <p:sp>
        <p:nvSpPr>
          <p:cNvPr id="1082" name="Tijdelijke aanduiding voor verticale tekst 2"/>
          <p:cNvSpPr>
            <a:spLocks noGrp="1"/>
          </p:cNvSpPr>
          <p:nvPr>
            <p:ph type="body" sz="half" idx="22"/>
          </p:nvPr>
        </p:nvSpPr>
        <p:spPr>
          <a:xfrm>
            <a:off x="698501" y="1591899"/>
            <a:ext cx="4773386" cy="4356465"/>
          </a:xfrm>
          <a:prstGeom prst="rect">
            <a:avLst/>
          </a:prstGeom>
        </p:spPr>
        <p:txBody>
          <a:bodyPr>
            <a:normAutofit/>
          </a:bodyPr>
          <a:lstStyle/>
          <a:p>
            <a:pPr lvl="0"/>
            <a:r>
              <a:rPr lang="en-US"/>
              <a:t>Click to edit Master text styles</a:t>
            </a:r>
          </a:p>
        </p:txBody>
      </p:sp>
      <p:sp>
        <p:nvSpPr>
          <p:cNvPr id="1083" name="Tekstvak 6"/>
          <p:cNvSpPr txBox="1"/>
          <p:nvPr/>
        </p:nvSpPr>
        <p:spPr>
          <a:xfrm>
            <a:off x="34969" y="-662297"/>
            <a:ext cx="12100562"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t>Tekst en Beeld (M)</a:t>
            </a:r>
          </a:p>
        </p:txBody>
      </p:sp>
      <p:sp>
        <p:nvSpPr>
          <p:cNvPr id="1084" name="Slide Number"/>
          <p:cNvSpPr txBox="1">
            <a:spLocks noGrp="1"/>
          </p:cNvSpPr>
          <p:nvPr>
            <p:ph type="sldNum" sz="quarter" idx="2"/>
          </p:nvPr>
        </p:nvSpPr>
        <p:spPr>
          <a:xfrm>
            <a:off x="11289785" y="6246130"/>
            <a:ext cx="182216" cy="172815"/>
          </a:xfrm>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Tekst en Beeld (L)">
    <p:spTree>
      <p:nvGrpSpPr>
        <p:cNvPr id="1" name=""/>
        <p:cNvGrpSpPr/>
        <p:nvPr/>
      </p:nvGrpSpPr>
      <p:grpSpPr>
        <a:xfrm>
          <a:off x="0" y="0"/>
          <a:ext cx="0" cy="0"/>
          <a:chOff x="0" y="0"/>
          <a:chExt cx="0" cy="0"/>
        </a:xfrm>
      </p:grpSpPr>
      <p:grpSp>
        <p:nvGrpSpPr>
          <p:cNvPr id="1288" name="Groep 9"/>
          <p:cNvGrpSpPr/>
          <p:nvPr/>
        </p:nvGrpSpPr>
        <p:grpSpPr>
          <a:xfrm>
            <a:off x="2982511" y="-1228655"/>
            <a:ext cx="6226977" cy="490402"/>
            <a:chOff x="0" y="0"/>
            <a:chExt cx="6226976" cy="490400"/>
          </a:xfrm>
        </p:grpSpPr>
        <p:sp>
          <p:nvSpPr>
            <p:cNvPr id="1276" name="Rechthoek 36"/>
            <p:cNvSpPr/>
            <p:nvPr/>
          </p:nvSpPr>
          <p:spPr>
            <a:xfrm rot="16200000">
              <a:off x="3007798" y="-2728777"/>
              <a:ext cx="211380" cy="622697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1287" name="Groep 8"/>
            <p:cNvGrpSpPr/>
            <p:nvPr/>
          </p:nvGrpSpPr>
          <p:grpSpPr>
            <a:xfrm>
              <a:off x="0" y="0"/>
              <a:ext cx="6226975" cy="211381"/>
              <a:chOff x="0" y="0"/>
              <a:chExt cx="6226974" cy="211380"/>
            </a:xfrm>
          </p:grpSpPr>
          <p:sp>
            <p:nvSpPr>
              <p:cNvPr id="1277" name="Rechthoek 6"/>
              <p:cNvSpPr/>
              <p:nvPr/>
            </p:nvSpPr>
            <p:spPr>
              <a:xfrm rot="16200000">
                <a:off x="168192" y="-168191"/>
                <a:ext cx="211380" cy="547765"/>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78" name="Rechthoek 29"/>
              <p:cNvSpPr/>
              <p:nvPr/>
            </p:nvSpPr>
            <p:spPr>
              <a:xfrm rot="16200000">
                <a:off x="799215" y="-168191"/>
                <a:ext cx="211380" cy="547765"/>
              </a:xfrm>
              <a:prstGeom prst="rect">
                <a:avLst/>
              </a:prstGeom>
              <a:solidFill>
                <a:srgbClr val="0066A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79" name="Rechthoek 30"/>
              <p:cNvSpPr/>
              <p:nvPr/>
            </p:nvSpPr>
            <p:spPr>
              <a:xfrm rot="16200000">
                <a:off x="1430239" y="-168191"/>
                <a:ext cx="211380" cy="547765"/>
              </a:xfrm>
              <a:prstGeom prst="rect">
                <a:avLst/>
              </a:prstGeom>
              <a:solidFill>
                <a:srgbClr val="00B7D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80" name="Rechthoek 31"/>
              <p:cNvSpPr/>
              <p:nvPr/>
            </p:nvSpPr>
            <p:spPr>
              <a:xfrm rot="16200000">
                <a:off x="2061263" y="-168191"/>
                <a:ext cx="211380" cy="547765"/>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81" name="Rechthoek 32"/>
              <p:cNvSpPr/>
              <p:nvPr/>
            </p:nvSpPr>
            <p:spPr>
              <a:xfrm rot="16200000">
                <a:off x="2692286" y="-168191"/>
                <a:ext cx="211380" cy="547765"/>
              </a:xfrm>
              <a:prstGeom prst="rect">
                <a:avLst/>
              </a:prstGeom>
              <a:solidFill>
                <a:srgbClr val="61A4B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82" name="Rechthoek 33"/>
              <p:cNvSpPr/>
              <p:nvPr/>
            </p:nvSpPr>
            <p:spPr>
              <a:xfrm rot="16200000">
                <a:off x="3323310" y="-168191"/>
                <a:ext cx="211380" cy="547765"/>
              </a:xfrm>
              <a:prstGeom prst="rect">
                <a:avLst/>
              </a:prstGeom>
              <a:solidFill>
                <a:srgbClr val="82D7C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83" name="Rechthoek 34"/>
              <p:cNvSpPr/>
              <p:nvPr/>
            </p:nvSpPr>
            <p:spPr>
              <a:xfrm rot="16200000">
                <a:off x="3954334" y="-168191"/>
                <a:ext cx="211380" cy="547765"/>
              </a:xfrm>
              <a:prstGeom prst="rect">
                <a:avLst/>
              </a:prstGeom>
              <a:solidFill>
                <a:schemeClr val="accent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84" name="Rechthoek 37"/>
              <p:cNvSpPr/>
              <p:nvPr/>
            </p:nvSpPr>
            <p:spPr>
              <a:xfrm rot="16200000">
                <a:off x="4585357" y="-168192"/>
                <a:ext cx="211380" cy="547765"/>
              </a:xfrm>
              <a:prstGeom prst="rect">
                <a:avLst/>
              </a:prstGeom>
              <a:solidFill>
                <a:srgbClr val="99D28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85" name="Rechthoek 38"/>
              <p:cNvSpPr/>
              <p:nvPr/>
            </p:nvSpPr>
            <p:spPr>
              <a:xfrm rot="16200000">
                <a:off x="5216380" y="-168192"/>
                <a:ext cx="211380" cy="547764"/>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86" name="Rechthoek 39"/>
              <p:cNvSpPr/>
              <p:nvPr/>
            </p:nvSpPr>
            <p:spPr>
              <a:xfrm rot="16200000">
                <a:off x="5847403" y="-168193"/>
                <a:ext cx="211380" cy="547765"/>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1297" name="Group 4"/>
          <p:cNvGrpSpPr/>
          <p:nvPr/>
        </p:nvGrpSpPr>
        <p:grpSpPr>
          <a:xfrm>
            <a:off x="698501" y="5884314"/>
            <a:ext cx="1454912" cy="577167"/>
            <a:chOff x="0" y="0"/>
            <a:chExt cx="1454911" cy="577165"/>
          </a:xfrm>
        </p:grpSpPr>
        <p:sp>
          <p:nvSpPr>
            <p:cNvPr id="1289"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290"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291"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292"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293"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1294"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295"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296"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1298" name="Rechthoek 7"/>
          <p:cNvSpPr/>
          <p:nvPr/>
        </p:nvSpPr>
        <p:spPr>
          <a:xfrm>
            <a:off x="4259367" y="0"/>
            <a:ext cx="7934401" cy="6858000"/>
          </a:xfrm>
          <a:prstGeom prst="rect">
            <a:avLst/>
          </a:prstGeom>
          <a:solidFill>
            <a:schemeClr val="accent1"/>
          </a:solidFill>
          <a:ln w="12700">
            <a:miter lim="400000"/>
          </a:ln>
        </p:spPr>
        <p:txBody>
          <a:bodyPr lIns="45719" rIns="45719" anchor="ctr"/>
          <a:lstStyle/>
          <a:p>
            <a:pPr algn="ctr">
              <a:defRPr sz="1600">
                <a:solidFill>
                  <a:srgbClr val="FFFFFF"/>
                </a:solidFill>
              </a:defRPr>
            </a:pPr>
            <a:endParaRPr/>
          </a:p>
        </p:txBody>
      </p:sp>
      <p:sp>
        <p:nvSpPr>
          <p:cNvPr id="1299" name="Body Level One…"/>
          <p:cNvSpPr txBox="1">
            <a:spLocks noGrp="1"/>
          </p:cNvSpPr>
          <p:nvPr>
            <p:ph type="body" idx="1" hasCustomPrompt="1"/>
          </p:nvPr>
        </p:nvSpPr>
        <p:spPr>
          <a:xfrm>
            <a:off x="4259367" y="189167"/>
            <a:ext cx="7932633" cy="6668832"/>
          </a:xfrm>
          <a:prstGeom prst="rect">
            <a:avLst/>
          </a:prstGeom>
          <a:solidFill>
            <a:srgbClr val="00B7D3"/>
          </a:solidFill>
        </p:spPr>
        <p:txBody>
          <a:bodyPr>
            <a:normAutofit/>
          </a:bodyPr>
          <a:lstStyle>
            <a:lvl1pPr marL="0" indent="0">
              <a:buClrTx/>
              <a:buSzTx/>
              <a:buNone/>
            </a:lvl1pPr>
            <a:lvl2pPr>
              <a:buClrTx/>
            </a:lvl2pPr>
            <a:lvl3pPr>
              <a:buClrTx/>
              <a:buFontTx/>
            </a:lvl3pPr>
            <a:lvl4pPr>
              <a:buClrTx/>
              <a:buFontTx/>
            </a:lvl4pPr>
            <a:lvl5pPr>
              <a:buClrTx/>
              <a:buFontTx/>
            </a:lvl5pPr>
          </a:lstStyle>
          <a:p>
            <a:r>
              <a:rPr dirty="0"/>
              <a:t>  </a:t>
            </a:r>
          </a:p>
          <a:p>
            <a:pPr lvl="1"/>
            <a:endParaRPr dirty="0"/>
          </a:p>
          <a:p>
            <a:pPr lvl="2"/>
            <a:endParaRPr dirty="0"/>
          </a:p>
          <a:p>
            <a:pPr lvl="3"/>
            <a:endParaRPr dirty="0"/>
          </a:p>
          <a:p>
            <a:pPr lvl="4"/>
            <a:endParaRPr dirty="0"/>
          </a:p>
        </p:txBody>
      </p:sp>
      <p:sp>
        <p:nvSpPr>
          <p:cNvPr id="1300" name="Tijdelijke aanduiding voor afbeelding 8"/>
          <p:cNvSpPr>
            <a:spLocks noGrp="1"/>
          </p:cNvSpPr>
          <p:nvPr>
            <p:ph type="pic" idx="21"/>
          </p:nvPr>
        </p:nvSpPr>
        <p:spPr>
          <a:xfrm>
            <a:off x="4304678" y="265339"/>
            <a:ext cx="7932633" cy="6856567"/>
          </a:xfrm>
          <a:prstGeom prst="rect">
            <a:avLst/>
          </a:prstGeom>
        </p:spPr>
        <p:txBody>
          <a:bodyPr lIns="91439" tIns="45719" rIns="91439" bIns="45719"/>
          <a:lstStyle>
            <a:lvl1pPr marL="0" indent="0">
              <a:buNone/>
              <a:defRPr/>
            </a:lvl1pPr>
          </a:lstStyle>
          <a:p>
            <a:r>
              <a:rPr lang="en-US"/>
              <a:t>Click icon to add picture</a:t>
            </a:r>
            <a:endParaRPr dirty="0"/>
          </a:p>
        </p:txBody>
      </p:sp>
      <p:sp>
        <p:nvSpPr>
          <p:cNvPr id="1301" name="Korte titel"/>
          <p:cNvSpPr txBox="1">
            <a:spLocks noGrp="1"/>
          </p:cNvSpPr>
          <p:nvPr>
            <p:ph type="title" hasCustomPrompt="1"/>
          </p:nvPr>
        </p:nvSpPr>
        <p:spPr>
          <a:xfrm>
            <a:off x="698500" y="741499"/>
            <a:ext cx="2799444" cy="490401"/>
          </a:xfrm>
          <a:prstGeom prst="rect">
            <a:avLst/>
          </a:prstGeom>
        </p:spPr>
        <p:txBody>
          <a:bodyPr>
            <a:normAutofit/>
          </a:bodyPr>
          <a:lstStyle/>
          <a:p>
            <a:r>
              <a:t>Korte titel</a:t>
            </a:r>
          </a:p>
        </p:txBody>
      </p:sp>
      <p:sp>
        <p:nvSpPr>
          <p:cNvPr id="1302" name="Tijdelijke aanduiding voor verticale tekst 2"/>
          <p:cNvSpPr>
            <a:spLocks noGrp="1"/>
          </p:cNvSpPr>
          <p:nvPr>
            <p:ph type="body" sz="quarter" idx="22"/>
          </p:nvPr>
        </p:nvSpPr>
        <p:spPr>
          <a:xfrm>
            <a:off x="698499" y="1591899"/>
            <a:ext cx="2799445" cy="4356465"/>
          </a:xfrm>
          <a:prstGeom prst="rect">
            <a:avLst/>
          </a:prstGeom>
        </p:spPr>
        <p:txBody>
          <a:bodyPr>
            <a:normAutofit/>
          </a:bodyPr>
          <a:lstStyle/>
          <a:p>
            <a:pPr lvl="0"/>
            <a:r>
              <a:rPr lang="en-US"/>
              <a:t>Click to edit Master text styles</a:t>
            </a:r>
          </a:p>
        </p:txBody>
      </p:sp>
      <p:sp>
        <p:nvSpPr>
          <p:cNvPr id="1303" name="Tekstvak 6"/>
          <p:cNvSpPr txBox="1"/>
          <p:nvPr/>
        </p:nvSpPr>
        <p:spPr>
          <a:xfrm>
            <a:off x="34969" y="-662297"/>
            <a:ext cx="12100562"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t>Tekst en Beeld (L)</a:t>
            </a:r>
          </a:p>
        </p:txBody>
      </p:sp>
      <p:sp>
        <p:nvSpPr>
          <p:cNvPr id="1304" name="Slide Number"/>
          <p:cNvSpPr txBox="1">
            <a:spLocks noGrp="1"/>
          </p:cNvSpPr>
          <p:nvPr>
            <p:ph type="sldNum" sz="quarter" idx="2"/>
          </p:nvPr>
        </p:nvSpPr>
        <p:spPr>
          <a:xfrm>
            <a:off x="11289785" y="6246130"/>
            <a:ext cx="182216" cy="172815"/>
          </a:xfrm>
          <a:prstGeom prst="rect">
            <a:avLst/>
          </a:prstGeom>
        </p:spPr>
        <p:txBody>
          <a:bodyPr/>
          <a:lstStyle>
            <a:lvl1pPr>
              <a:defRPr>
                <a:solidFill>
                  <a:srgbClr val="FFFFFF"/>
                </a:solidFill>
              </a:defRPr>
            </a:lvl1pPr>
          </a:lstStyle>
          <a:p>
            <a:fld id="{86CB4B4D-7CA3-9044-876B-883B54F8677D}" type="slidenum">
              <a:t>‹#›</a:t>
            </a:fld>
            <a:endParaRPr dirty="0"/>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Foto">
    <p:spTree>
      <p:nvGrpSpPr>
        <p:cNvPr id="1" name=""/>
        <p:cNvGrpSpPr/>
        <p:nvPr/>
      </p:nvGrpSpPr>
      <p:grpSpPr>
        <a:xfrm>
          <a:off x="0" y="0"/>
          <a:ext cx="0" cy="0"/>
          <a:chOff x="0" y="0"/>
          <a:chExt cx="0" cy="0"/>
        </a:xfrm>
      </p:grpSpPr>
      <p:grpSp>
        <p:nvGrpSpPr>
          <p:cNvPr id="1508" name="Groep 9"/>
          <p:cNvGrpSpPr/>
          <p:nvPr/>
        </p:nvGrpSpPr>
        <p:grpSpPr>
          <a:xfrm>
            <a:off x="2982511" y="-1228655"/>
            <a:ext cx="6226977" cy="490402"/>
            <a:chOff x="0" y="0"/>
            <a:chExt cx="6226976" cy="490400"/>
          </a:xfrm>
        </p:grpSpPr>
        <p:sp>
          <p:nvSpPr>
            <p:cNvPr id="1496" name="Rechthoek 36"/>
            <p:cNvSpPr/>
            <p:nvPr/>
          </p:nvSpPr>
          <p:spPr>
            <a:xfrm rot="16200000">
              <a:off x="3007798" y="-2728777"/>
              <a:ext cx="211380" cy="622697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1507" name="Groep 8"/>
            <p:cNvGrpSpPr/>
            <p:nvPr/>
          </p:nvGrpSpPr>
          <p:grpSpPr>
            <a:xfrm>
              <a:off x="0" y="0"/>
              <a:ext cx="6226975" cy="211381"/>
              <a:chOff x="0" y="0"/>
              <a:chExt cx="6226974" cy="211380"/>
            </a:xfrm>
          </p:grpSpPr>
          <p:sp>
            <p:nvSpPr>
              <p:cNvPr id="1497" name="Rechthoek 6"/>
              <p:cNvSpPr/>
              <p:nvPr/>
            </p:nvSpPr>
            <p:spPr>
              <a:xfrm rot="16200000">
                <a:off x="168192" y="-168191"/>
                <a:ext cx="211380" cy="547765"/>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98" name="Rechthoek 29"/>
              <p:cNvSpPr/>
              <p:nvPr/>
            </p:nvSpPr>
            <p:spPr>
              <a:xfrm rot="16200000">
                <a:off x="799215" y="-168191"/>
                <a:ext cx="211380" cy="547765"/>
              </a:xfrm>
              <a:prstGeom prst="rect">
                <a:avLst/>
              </a:prstGeom>
              <a:solidFill>
                <a:srgbClr val="0066A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99" name="Rechthoek 30"/>
              <p:cNvSpPr/>
              <p:nvPr/>
            </p:nvSpPr>
            <p:spPr>
              <a:xfrm rot="16200000">
                <a:off x="1430239" y="-168191"/>
                <a:ext cx="211380" cy="547765"/>
              </a:xfrm>
              <a:prstGeom prst="rect">
                <a:avLst/>
              </a:prstGeom>
              <a:solidFill>
                <a:srgbClr val="00B7D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00" name="Rechthoek 31"/>
              <p:cNvSpPr/>
              <p:nvPr/>
            </p:nvSpPr>
            <p:spPr>
              <a:xfrm rot="16200000">
                <a:off x="2061263" y="-168191"/>
                <a:ext cx="211380" cy="547765"/>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01" name="Rechthoek 32"/>
              <p:cNvSpPr/>
              <p:nvPr/>
            </p:nvSpPr>
            <p:spPr>
              <a:xfrm rot="16200000">
                <a:off x="2692286" y="-168191"/>
                <a:ext cx="211380" cy="547765"/>
              </a:xfrm>
              <a:prstGeom prst="rect">
                <a:avLst/>
              </a:prstGeom>
              <a:solidFill>
                <a:srgbClr val="61A4B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02" name="Rechthoek 33"/>
              <p:cNvSpPr/>
              <p:nvPr/>
            </p:nvSpPr>
            <p:spPr>
              <a:xfrm rot="16200000">
                <a:off x="3323310" y="-168191"/>
                <a:ext cx="211380" cy="547765"/>
              </a:xfrm>
              <a:prstGeom prst="rect">
                <a:avLst/>
              </a:prstGeom>
              <a:solidFill>
                <a:srgbClr val="82D7C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03" name="Rechthoek 34"/>
              <p:cNvSpPr/>
              <p:nvPr/>
            </p:nvSpPr>
            <p:spPr>
              <a:xfrm rot="16200000">
                <a:off x="3954334" y="-168191"/>
                <a:ext cx="211380" cy="547765"/>
              </a:xfrm>
              <a:prstGeom prst="rect">
                <a:avLst/>
              </a:prstGeom>
              <a:solidFill>
                <a:schemeClr val="accent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04" name="Rechthoek 37"/>
              <p:cNvSpPr/>
              <p:nvPr/>
            </p:nvSpPr>
            <p:spPr>
              <a:xfrm rot="16200000">
                <a:off x="4585357" y="-168192"/>
                <a:ext cx="211380" cy="547765"/>
              </a:xfrm>
              <a:prstGeom prst="rect">
                <a:avLst/>
              </a:prstGeom>
              <a:solidFill>
                <a:srgbClr val="99D28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05" name="Rechthoek 38"/>
              <p:cNvSpPr/>
              <p:nvPr/>
            </p:nvSpPr>
            <p:spPr>
              <a:xfrm rot="16200000">
                <a:off x="5216380" y="-168192"/>
                <a:ext cx="211380" cy="547764"/>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06" name="Rechthoek 39"/>
              <p:cNvSpPr/>
              <p:nvPr/>
            </p:nvSpPr>
            <p:spPr>
              <a:xfrm rot="16200000">
                <a:off x="5847403" y="-168193"/>
                <a:ext cx="211380" cy="547765"/>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1517" name="Group 4"/>
          <p:cNvGrpSpPr/>
          <p:nvPr/>
        </p:nvGrpSpPr>
        <p:grpSpPr>
          <a:xfrm>
            <a:off x="698501" y="5884314"/>
            <a:ext cx="1454912" cy="577167"/>
            <a:chOff x="0" y="0"/>
            <a:chExt cx="1454911" cy="577165"/>
          </a:xfrm>
        </p:grpSpPr>
        <p:sp>
          <p:nvSpPr>
            <p:cNvPr id="1509"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510"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511"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512"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513"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1514"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515"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516"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1518" name="Rechthoek 2"/>
          <p:cNvSpPr/>
          <p:nvPr/>
        </p:nvSpPr>
        <p:spPr>
          <a:xfrm>
            <a:off x="-10751" y="0"/>
            <a:ext cx="12204519" cy="6858000"/>
          </a:xfrm>
          <a:prstGeom prst="rect">
            <a:avLst/>
          </a:prstGeom>
          <a:solidFill>
            <a:schemeClr val="accent1"/>
          </a:solidFill>
          <a:ln w="12700">
            <a:miter lim="400000"/>
          </a:ln>
        </p:spPr>
        <p:txBody>
          <a:bodyPr lIns="45719" rIns="45719" anchor="ctr"/>
          <a:lstStyle/>
          <a:p>
            <a:pPr algn="ctr">
              <a:defRPr sz="1600">
                <a:solidFill>
                  <a:srgbClr val="FFFFFF"/>
                </a:solidFill>
              </a:defRPr>
            </a:pPr>
            <a:endParaRPr/>
          </a:p>
        </p:txBody>
      </p:sp>
      <p:sp>
        <p:nvSpPr>
          <p:cNvPr id="1519" name="Tekstvak 6"/>
          <p:cNvSpPr txBox="1"/>
          <p:nvPr/>
        </p:nvSpPr>
        <p:spPr>
          <a:xfrm>
            <a:off x="34969" y="-662297"/>
            <a:ext cx="12100562"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t>Foto</a:t>
            </a:r>
          </a:p>
        </p:txBody>
      </p:sp>
      <p:sp>
        <p:nvSpPr>
          <p:cNvPr id="1584" name="Tijdelijke aanduiding voor afbeelding 8"/>
          <p:cNvSpPr>
            <a:spLocks noGrp="1"/>
          </p:cNvSpPr>
          <p:nvPr>
            <p:ph type="pic" idx="21"/>
          </p:nvPr>
        </p:nvSpPr>
        <p:spPr>
          <a:xfrm>
            <a:off x="-16571" y="972"/>
            <a:ext cx="12197821" cy="6857029"/>
          </a:xfrm>
          <a:prstGeom prst="rect">
            <a:avLst/>
          </a:prstGeom>
        </p:spPr>
        <p:txBody>
          <a:bodyPr lIns="91439" tIns="45719" rIns="91439" bIns="45719"/>
          <a:lstStyle/>
          <a:p>
            <a:r>
              <a:rPr lang="en-US"/>
              <a:t>Click icon to add picture</a:t>
            </a:r>
            <a:endParaRPr/>
          </a:p>
        </p:txBody>
      </p:sp>
      <p:sp>
        <p:nvSpPr>
          <p:cNvPr id="1585" name="Body Level One…"/>
          <p:cNvSpPr txBox="1">
            <a:spLocks noGrp="1"/>
          </p:cNvSpPr>
          <p:nvPr>
            <p:ph type="body" sz="quarter" idx="1" hasCustomPrompt="1"/>
          </p:nvPr>
        </p:nvSpPr>
        <p:spPr>
          <a:xfrm>
            <a:off x="0" y="1"/>
            <a:ext cx="12205799" cy="741499"/>
          </a:xfrm>
          <a:prstGeom prst="rect">
            <a:avLst/>
          </a:prstGeom>
          <a:solidFill>
            <a:schemeClr val="accent1"/>
          </a:solidFill>
        </p:spPr>
        <p:txBody>
          <a:bodyPr>
            <a:normAutofit/>
          </a:bodyPr>
          <a:lstStyle>
            <a:lvl1pPr marL="0" indent="0">
              <a:buClrTx/>
              <a:buSzTx/>
              <a:buNone/>
            </a:lvl1pPr>
            <a:lvl2pPr>
              <a:buClrTx/>
            </a:lvl2pPr>
            <a:lvl3pPr>
              <a:buClrTx/>
              <a:buFontTx/>
            </a:lvl3pPr>
            <a:lvl4pPr>
              <a:buClrTx/>
              <a:buFontTx/>
            </a:lvl4pPr>
            <a:lvl5pPr>
              <a:buClrTx/>
              <a:buFontTx/>
            </a:lvl5pPr>
          </a:lstStyle>
          <a:p>
            <a:r>
              <a:t> </a:t>
            </a:r>
          </a:p>
          <a:p>
            <a:pPr lvl="1"/>
            <a:endParaRPr/>
          </a:p>
          <a:p>
            <a:pPr lvl="2"/>
            <a:endParaRPr/>
          </a:p>
          <a:p>
            <a:pPr lvl="3"/>
            <a:endParaRPr/>
          </a:p>
          <a:p>
            <a:pPr lvl="4"/>
            <a:endParaRPr/>
          </a:p>
        </p:txBody>
      </p:sp>
      <p:sp>
        <p:nvSpPr>
          <p:cNvPr id="1586" name="Plaats hier je titel"/>
          <p:cNvSpPr txBox="1">
            <a:spLocks noGrp="1"/>
          </p:cNvSpPr>
          <p:nvPr>
            <p:ph type="title" hasCustomPrompt="1"/>
          </p:nvPr>
        </p:nvSpPr>
        <p:spPr>
          <a:xfrm>
            <a:off x="698500" y="193037"/>
            <a:ext cx="10775071" cy="490401"/>
          </a:xfrm>
          <a:prstGeom prst="rect">
            <a:avLst/>
          </a:prstGeom>
        </p:spPr>
        <p:txBody>
          <a:bodyPr>
            <a:normAutofit/>
          </a:bodyPr>
          <a:lstStyle>
            <a:lvl1pPr>
              <a:defRPr>
                <a:solidFill>
                  <a:srgbClr val="FFFFFF"/>
                </a:solidFill>
              </a:defRPr>
            </a:lvl1pPr>
          </a:lstStyle>
          <a:p>
            <a:r>
              <a:t>Plaats hier je titel</a:t>
            </a:r>
          </a:p>
        </p:txBody>
      </p:sp>
      <p:sp>
        <p:nvSpPr>
          <p:cNvPr id="1587" name="Slide Number"/>
          <p:cNvSpPr txBox="1">
            <a:spLocks noGrp="1"/>
          </p:cNvSpPr>
          <p:nvPr>
            <p:ph type="sldNum" sz="quarter" idx="2"/>
          </p:nvPr>
        </p:nvSpPr>
        <p:spPr>
          <a:xfrm>
            <a:off x="11289785" y="6246130"/>
            <a:ext cx="182216" cy="172815"/>
          </a:xfrm>
          <a:prstGeom prst="rect">
            <a:avLst/>
          </a:prstGeom>
        </p:spPr>
        <p:txBody>
          <a:bodyPr/>
          <a:lstStyle>
            <a:lvl1pPr>
              <a:defRPr>
                <a:solidFill>
                  <a:srgbClr val="FFFFFF"/>
                </a:solidFill>
              </a:defRPr>
            </a:lvl1pPr>
          </a:lstStyle>
          <a:p>
            <a:fld id="{86CB4B4D-7CA3-9044-876B-883B54F8677D}" type="slidenum">
              <a:t>‹#›</a:t>
            </a:fld>
            <a:endParaRPr/>
          </a:p>
        </p:txBody>
      </p:sp>
      <p:pic>
        <p:nvPicPr>
          <p:cNvPr id="116" name="Picture 115">
            <a:extLst>
              <a:ext uri="{FF2B5EF4-FFF2-40B4-BE49-F238E27FC236}">
                <a16:creationId xmlns:a16="http://schemas.microsoft.com/office/drawing/2014/main" id="{9923439D-ED81-8F4E-876E-3AC665FE0356}"/>
              </a:ext>
            </a:extLst>
          </p:cNvPr>
          <p:cNvPicPr>
            <a:picLocks noChangeAspect="1"/>
          </p:cNvPicPr>
          <p:nvPr userDrawn="1"/>
        </p:nvPicPr>
        <p:blipFill>
          <a:blip r:embed="rId2"/>
          <a:stretch>
            <a:fillRect/>
          </a:stretch>
        </p:blipFill>
        <p:spPr>
          <a:xfrm>
            <a:off x="695450" y="5847858"/>
            <a:ext cx="1460500" cy="698500"/>
          </a:xfrm>
          <a:prstGeom prst="rect">
            <a:avLst/>
          </a:prstGeom>
        </p:spPr>
      </p:pic>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Beeld en Tekst (Blauw)">
    <p:spTree>
      <p:nvGrpSpPr>
        <p:cNvPr id="1" name=""/>
        <p:cNvGrpSpPr/>
        <p:nvPr/>
      </p:nvGrpSpPr>
      <p:grpSpPr>
        <a:xfrm>
          <a:off x="0" y="0"/>
          <a:ext cx="0" cy="0"/>
          <a:chOff x="0" y="0"/>
          <a:chExt cx="0" cy="0"/>
        </a:xfrm>
      </p:grpSpPr>
      <p:grpSp>
        <p:nvGrpSpPr>
          <p:cNvPr id="1628" name="Groep 9"/>
          <p:cNvGrpSpPr/>
          <p:nvPr/>
        </p:nvGrpSpPr>
        <p:grpSpPr>
          <a:xfrm>
            <a:off x="2982511" y="-1228655"/>
            <a:ext cx="6226977" cy="490402"/>
            <a:chOff x="0" y="0"/>
            <a:chExt cx="6226976" cy="490400"/>
          </a:xfrm>
        </p:grpSpPr>
        <p:sp>
          <p:nvSpPr>
            <p:cNvPr id="1616" name="Rechthoek 36"/>
            <p:cNvSpPr/>
            <p:nvPr/>
          </p:nvSpPr>
          <p:spPr>
            <a:xfrm rot="16200000">
              <a:off x="3007798" y="-2728777"/>
              <a:ext cx="211380" cy="622697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1627" name="Groep 8"/>
            <p:cNvGrpSpPr/>
            <p:nvPr/>
          </p:nvGrpSpPr>
          <p:grpSpPr>
            <a:xfrm>
              <a:off x="0" y="0"/>
              <a:ext cx="6226975" cy="211381"/>
              <a:chOff x="0" y="0"/>
              <a:chExt cx="6226974" cy="211380"/>
            </a:xfrm>
          </p:grpSpPr>
          <p:sp>
            <p:nvSpPr>
              <p:cNvPr id="1617" name="Rechthoek 6"/>
              <p:cNvSpPr/>
              <p:nvPr/>
            </p:nvSpPr>
            <p:spPr>
              <a:xfrm rot="16200000">
                <a:off x="168192" y="-168191"/>
                <a:ext cx="211380" cy="547765"/>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618" name="Rechthoek 29"/>
              <p:cNvSpPr/>
              <p:nvPr/>
            </p:nvSpPr>
            <p:spPr>
              <a:xfrm rot="16200000">
                <a:off x="799215" y="-168191"/>
                <a:ext cx="211380" cy="547765"/>
              </a:xfrm>
              <a:prstGeom prst="rect">
                <a:avLst/>
              </a:prstGeom>
              <a:solidFill>
                <a:srgbClr val="0066A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619" name="Rechthoek 30"/>
              <p:cNvSpPr/>
              <p:nvPr/>
            </p:nvSpPr>
            <p:spPr>
              <a:xfrm rot="16200000">
                <a:off x="1430239" y="-168191"/>
                <a:ext cx="211380" cy="547765"/>
              </a:xfrm>
              <a:prstGeom prst="rect">
                <a:avLst/>
              </a:prstGeom>
              <a:solidFill>
                <a:srgbClr val="00B7D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620" name="Rechthoek 31"/>
              <p:cNvSpPr/>
              <p:nvPr/>
            </p:nvSpPr>
            <p:spPr>
              <a:xfrm rot="16200000">
                <a:off x="2061263" y="-168191"/>
                <a:ext cx="211380" cy="547765"/>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621" name="Rechthoek 32"/>
              <p:cNvSpPr/>
              <p:nvPr/>
            </p:nvSpPr>
            <p:spPr>
              <a:xfrm rot="16200000">
                <a:off x="2692286" y="-168191"/>
                <a:ext cx="211380" cy="547765"/>
              </a:xfrm>
              <a:prstGeom prst="rect">
                <a:avLst/>
              </a:prstGeom>
              <a:solidFill>
                <a:srgbClr val="61A4B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622" name="Rechthoek 33"/>
              <p:cNvSpPr/>
              <p:nvPr/>
            </p:nvSpPr>
            <p:spPr>
              <a:xfrm rot="16200000">
                <a:off x="3323310" y="-168191"/>
                <a:ext cx="211380" cy="547765"/>
              </a:xfrm>
              <a:prstGeom prst="rect">
                <a:avLst/>
              </a:prstGeom>
              <a:solidFill>
                <a:srgbClr val="82D7C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623" name="Rechthoek 34"/>
              <p:cNvSpPr/>
              <p:nvPr/>
            </p:nvSpPr>
            <p:spPr>
              <a:xfrm rot="16200000">
                <a:off x="3954334" y="-168191"/>
                <a:ext cx="211380" cy="547765"/>
              </a:xfrm>
              <a:prstGeom prst="rect">
                <a:avLst/>
              </a:prstGeom>
              <a:solidFill>
                <a:schemeClr val="accent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624" name="Rechthoek 37"/>
              <p:cNvSpPr/>
              <p:nvPr/>
            </p:nvSpPr>
            <p:spPr>
              <a:xfrm rot="16200000">
                <a:off x="4585357" y="-168192"/>
                <a:ext cx="211380" cy="547765"/>
              </a:xfrm>
              <a:prstGeom prst="rect">
                <a:avLst/>
              </a:prstGeom>
              <a:solidFill>
                <a:srgbClr val="99D28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625" name="Rechthoek 38"/>
              <p:cNvSpPr/>
              <p:nvPr/>
            </p:nvSpPr>
            <p:spPr>
              <a:xfrm rot="16200000">
                <a:off x="5216380" y="-168192"/>
                <a:ext cx="211380" cy="547764"/>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626" name="Rechthoek 39"/>
              <p:cNvSpPr/>
              <p:nvPr/>
            </p:nvSpPr>
            <p:spPr>
              <a:xfrm rot="16200000">
                <a:off x="5847403" y="-168193"/>
                <a:ext cx="211380" cy="547765"/>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1637" name="Group 4"/>
          <p:cNvGrpSpPr/>
          <p:nvPr/>
        </p:nvGrpSpPr>
        <p:grpSpPr>
          <a:xfrm>
            <a:off x="698501" y="5884314"/>
            <a:ext cx="1454912" cy="577167"/>
            <a:chOff x="0" y="0"/>
            <a:chExt cx="1454911" cy="577165"/>
          </a:xfrm>
        </p:grpSpPr>
        <p:sp>
          <p:nvSpPr>
            <p:cNvPr id="1629"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630"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631"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632"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633"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1634"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635"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636"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1638" name="Rechthoek 206"/>
          <p:cNvSpPr/>
          <p:nvPr/>
        </p:nvSpPr>
        <p:spPr>
          <a:xfrm>
            <a:off x="-16403" y="0"/>
            <a:ext cx="12208404" cy="6858000"/>
          </a:xfrm>
          <a:prstGeom prst="rect">
            <a:avLst/>
          </a:prstGeom>
          <a:solidFill>
            <a:schemeClr val="accent1"/>
          </a:solidFill>
          <a:ln w="12700">
            <a:miter lim="400000"/>
          </a:ln>
        </p:spPr>
        <p:txBody>
          <a:bodyPr lIns="45719" rIns="45719" anchor="ctr"/>
          <a:lstStyle/>
          <a:p>
            <a:pPr algn="ctr">
              <a:defRPr sz="1600">
                <a:solidFill>
                  <a:srgbClr val="FFFFFF"/>
                </a:solidFill>
              </a:defRPr>
            </a:pPr>
            <a:endParaRPr/>
          </a:p>
        </p:txBody>
      </p:sp>
      <p:sp>
        <p:nvSpPr>
          <p:cNvPr id="1639" name="Body Level One…"/>
          <p:cNvSpPr txBox="1">
            <a:spLocks noGrp="1"/>
          </p:cNvSpPr>
          <p:nvPr>
            <p:ph type="body" idx="1" hasCustomPrompt="1"/>
          </p:nvPr>
        </p:nvSpPr>
        <p:spPr>
          <a:xfrm>
            <a:off x="-12032" y="2"/>
            <a:ext cx="6992126" cy="6857997"/>
          </a:xfrm>
          <a:prstGeom prst="rect">
            <a:avLst/>
          </a:prstGeom>
          <a:solidFill>
            <a:schemeClr val="accent5"/>
          </a:solidFill>
        </p:spPr>
        <p:txBody>
          <a:bodyPr>
            <a:normAutofit/>
          </a:bodyPr>
          <a:lstStyle>
            <a:lvl1pPr marL="0" indent="0">
              <a:buClrTx/>
              <a:buSzTx/>
              <a:buNone/>
            </a:lvl1pPr>
            <a:lvl2pPr>
              <a:buClrTx/>
            </a:lvl2pPr>
            <a:lvl3pPr>
              <a:buClrTx/>
              <a:buFontTx/>
            </a:lvl3pPr>
            <a:lvl4pPr>
              <a:buClrTx/>
              <a:buFontTx/>
            </a:lvl4pPr>
            <a:lvl5pPr>
              <a:buClrTx/>
              <a:buFontTx/>
            </a:lvl5pPr>
          </a:lstStyle>
          <a:p>
            <a:r>
              <a:t>  </a:t>
            </a:r>
          </a:p>
          <a:p>
            <a:pPr lvl="1"/>
            <a:endParaRPr/>
          </a:p>
          <a:p>
            <a:pPr lvl="2"/>
            <a:endParaRPr/>
          </a:p>
          <a:p>
            <a:pPr lvl="3"/>
            <a:endParaRPr/>
          </a:p>
          <a:p>
            <a:pPr lvl="4"/>
            <a:endParaRPr/>
          </a:p>
        </p:txBody>
      </p:sp>
      <p:sp>
        <p:nvSpPr>
          <p:cNvPr id="1640" name="Tijdelijke aanduiding voor afbeelding 8"/>
          <p:cNvSpPr>
            <a:spLocks noGrp="1"/>
          </p:cNvSpPr>
          <p:nvPr>
            <p:ph type="pic" idx="21"/>
          </p:nvPr>
        </p:nvSpPr>
        <p:spPr>
          <a:xfrm>
            <a:off x="-2" y="1433"/>
            <a:ext cx="7654745" cy="6856567"/>
          </a:xfrm>
          <a:prstGeom prst="rect">
            <a:avLst/>
          </a:prstGeom>
        </p:spPr>
        <p:txBody>
          <a:bodyPr lIns="91439" tIns="45719" rIns="91439" bIns="45719"/>
          <a:lstStyle/>
          <a:p>
            <a:r>
              <a:rPr lang="en-US"/>
              <a:t>Click icon to add picture</a:t>
            </a:r>
            <a:endParaRPr/>
          </a:p>
        </p:txBody>
      </p:sp>
      <p:sp>
        <p:nvSpPr>
          <p:cNvPr id="1641" name="Plaats hier je titel"/>
          <p:cNvSpPr txBox="1">
            <a:spLocks noGrp="1"/>
          </p:cNvSpPr>
          <p:nvPr>
            <p:ph type="title" hasCustomPrompt="1"/>
          </p:nvPr>
        </p:nvSpPr>
        <p:spPr>
          <a:xfrm>
            <a:off x="8374743" y="741499"/>
            <a:ext cx="3118757" cy="490401"/>
          </a:xfrm>
          <a:prstGeom prst="rect">
            <a:avLst/>
          </a:prstGeom>
        </p:spPr>
        <p:txBody>
          <a:bodyPr>
            <a:normAutofit/>
          </a:bodyPr>
          <a:lstStyle>
            <a:lvl1pPr>
              <a:defRPr>
                <a:solidFill>
                  <a:srgbClr val="FFFFFF"/>
                </a:solidFill>
              </a:defRPr>
            </a:lvl1pPr>
          </a:lstStyle>
          <a:p>
            <a:r>
              <a:t>Plaats hier je titel</a:t>
            </a:r>
          </a:p>
        </p:txBody>
      </p:sp>
      <p:sp>
        <p:nvSpPr>
          <p:cNvPr id="1642" name="Tijdelijke aanduiding voor verticale tekst 2"/>
          <p:cNvSpPr>
            <a:spLocks noGrp="1"/>
          </p:cNvSpPr>
          <p:nvPr>
            <p:ph type="body" sz="quarter" idx="22"/>
          </p:nvPr>
        </p:nvSpPr>
        <p:spPr>
          <a:xfrm>
            <a:off x="8374743" y="1591899"/>
            <a:ext cx="3118758" cy="4356465"/>
          </a:xfrm>
          <a:prstGeom prst="rect">
            <a:avLst/>
          </a:prstGeom>
        </p:spPr>
        <p:txBody>
          <a:bodyPr>
            <a:normAutofit/>
          </a:bodyPr>
          <a:lstStyle>
            <a:lvl1pPr>
              <a:buClr>
                <a:srgbClr val="FFFFFF"/>
              </a:buClr>
              <a:defRPr>
                <a:solidFill>
                  <a:srgbClr val="FFFFFF"/>
                </a:solidFill>
              </a:defRPr>
            </a:lvl1pPr>
          </a:lstStyle>
          <a:p>
            <a:pPr lvl="0"/>
            <a:r>
              <a:rPr lang="en-US"/>
              <a:t>Click to edit Master text styles</a:t>
            </a:r>
          </a:p>
        </p:txBody>
      </p:sp>
      <p:sp>
        <p:nvSpPr>
          <p:cNvPr id="1643" name="Tekstvak 6"/>
          <p:cNvSpPr txBox="1"/>
          <p:nvPr/>
        </p:nvSpPr>
        <p:spPr>
          <a:xfrm>
            <a:off x="34969" y="-662297"/>
            <a:ext cx="12100562"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t>Beeld en Tekst (Blauw)</a:t>
            </a:r>
          </a:p>
        </p:txBody>
      </p:sp>
      <p:sp>
        <p:nvSpPr>
          <p:cNvPr id="1644" name="Slide Number"/>
          <p:cNvSpPr txBox="1">
            <a:spLocks noGrp="1"/>
          </p:cNvSpPr>
          <p:nvPr>
            <p:ph type="sldNum" sz="quarter" idx="2"/>
          </p:nvPr>
        </p:nvSpPr>
        <p:spPr>
          <a:xfrm>
            <a:off x="11289785" y="6246130"/>
            <a:ext cx="182216" cy="172815"/>
          </a:xfrm>
          <a:prstGeom prst="rect">
            <a:avLst/>
          </a:prstGeom>
        </p:spPr>
        <p:txBody>
          <a:bodyPr/>
          <a:lstStyle>
            <a:lvl1pPr>
              <a:defRPr>
                <a:solidFill>
                  <a:srgbClr val="FFFFFF"/>
                </a:solidFill>
              </a:defRPr>
            </a:lvl1pPr>
          </a:lstStyle>
          <a:p>
            <a:fld id="{86CB4B4D-7CA3-9044-876B-883B54F8677D}" type="slidenum">
              <a:t>‹#›</a:t>
            </a:fld>
            <a:endParaRPr/>
          </a:p>
        </p:txBody>
      </p:sp>
      <p:pic>
        <p:nvPicPr>
          <p:cNvPr id="217" name="Picture 216">
            <a:extLst>
              <a:ext uri="{FF2B5EF4-FFF2-40B4-BE49-F238E27FC236}">
                <a16:creationId xmlns:a16="http://schemas.microsoft.com/office/drawing/2014/main" id="{C275FECF-91C0-014F-AC2A-F0151E97403E}"/>
              </a:ext>
            </a:extLst>
          </p:cNvPr>
          <p:cNvPicPr>
            <a:picLocks noChangeAspect="1"/>
          </p:cNvPicPr>
          <p:nvPr userDrawn="1"/>
        </p:nvPicPr>
        <p:blipFill>
          <a:blip r:embed="rId2"/>
          <a:stretch>
            <a:fillRect/>
          </a:stretch>
        </p:blipFill>
        <p:spPr>
          <a:xfrm>
            <a:off x="695450" y="5847858"/>
            <a:ext cx="1460500" cy="698500"/>
          </a:xfrm>
          <a:prstGeom prst="rect">
            <a:avLst/>
          </a:prstGeom>
        </p:spPr>
      </p:pic>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Hoofdstuk">
    <p:spTree>
      <p:nvGrpSpPr>
        <p:cNvPr id="1" name=""/>
        <p:cNvGrpSpPr/>
        <p:nvPr/>
      </p:nvGrpSpPr>
      <p:grpSpPr>
        <a:xfrm>
          <a:off x="0" y="0"/>
          <a:ext cx="0" cy="0"/>
          <a:chOff x="0" y="0"/>
          <a:chExt cx="0" cy="0"/>
        </a:xfrm>
      </p:grpSpPr>
      <p:grpSp>
        <p:nvGrpSpPr>
          <p:cNvPr id="1849" name="Groep 9"/>
          <p:cNvGrpSpPr/>
          <p:nvPr/>
        </p:nvGrpSpPr>
        <p:grpSpPr>
          <a:xfrm>
            <a:off x="2982511" y="-1228655"/>
            <a:ext cx="6226977" cy="490402"/>
            <a:chOff x="0" y="0"/>
            <a:chExt cx="6226976" cy="490400"/>
          </a:xfrm>
        </p:grpSpPr>
        <p:sp>
          <p:nvSpPr>
            <p:cNvPr id="1837" name="Rechthoek 36"/>
            <p:cNvSpPr/>
            <p:nvPr/>
          </p:nvSpPr>
          <p:spPr>
            <a:xfrm rot="16200000">
              <a:off x="3007798" y="-2728777"/>
              <a:ext cx="211380" cy="622697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1848" name="Groep 8"/>
            <p:cNvGrpSpPr/>
            <p:nvPr/>
          </p:nvGrpSpPr>
          <p:grpSpPr>
            <a:xfrm>
              <a:off x="0" y="0"/>
              <a:ext cx="6226975" cy="211381"/>
              <a:chOff x="0" y="0"/>
              <a:chExt cx="6226974" cy="211380"/>
            </a:xfrm>
          </p:grpSpPr>
          <p:sp>
            <p:nvSpPr>
              <p:cNvPr id="1838" name="Rechthoek 6"/>
              <p:cNvSpPr/>
              <p:nvPr/>
            </p:nvSpPr>
            <p:spPr>
              <a:xfrm rot="16200000">
                <a:off x="168192" y="-168191"/>
                <a:ext cx="211380" cy="547765"/>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839" name="Rechthoek 29"/>
              <p:cNvSpPr/>
              <p:nvPr/>
            </p:nvSpPr>
            <p:spPr>
              <a:xfrm rot="16200000">
                <a:off x="799215" y="-168191"/>
                <a:ext cx="211380" cy="547765"/>
              </a:xfrm>
              <a:prstGeom prst="rect">
                <a:avLst/>
              </a:prstGeom>
              <a:solidFill>
                <a:srgbClr val="0066A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840" name="Rechthoek 30"/>
              <p:cNvSpPr/>
              <p:nvPr/>
            </p:nvSpPr>
            <p:spPr>
              <a:xfrm rot="16200000">
                <a:off x="1430239" y="-168191"/>
                <a:ext cx="211380" cy="547765"/>
              </a:xfrm>
              <a:prstGeom prst="rect">
                <a:avLst/>
              </a:prstGeom>
              <a:solidFill>
                <a:srgbClr val="00B7D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841" name="Rechthoek 31"/>
              <p:cNvSpPr/>
              <p:nvPr/>
            </p:nvSpPr>
            <p:spPr>
              <a:xfrm rot="16200000">
                <a:off x="2061263" y="-168191"/>
                <a:ext cx="211380" cy="547765"/>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842" name="Rechthoek 32"/>
              <p:cNvSpPr/>
              <p:nvPr/>
            </p:nvSpPr>
            <p:spPr>
              <a:xfrm rot="16200000">
                <a:off x="2692286" y="-168191"/>
                <a:ext cx="211380" cy="547765"/>
              </a:xfrm>
              <a:prstGeom prst="rect">
                <a:avLst/>
              </a:prstGeom>
              <a:solidFill>
                <a:srgbClr val="61A4B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843" name="Rechthoek 33"/>
              <p:cNvSpPr/>
              <p:nvPr/>
            </p:nvSpPr>
            <p:spPr>
              <a:xfrm rot="16200000">
                <a:off x="3323310" y="-168191"/>
                <a:ext cx="211380" cy="547765"/>
              </a:xfrm>
              <a:prstGeom prst="rect">
                <a:avLst/>
              </a:prstGeom>
              <a:solidFill>
                <a:srgbClr val="82D7C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844" name="Rechthoek 34"/>
              <p:cNvSpPr/>
              <p:nvPr/>
            </p:nvSpPr>
            <p:spPr>
              <a:xfrm rot="16200000">
                <a:off x="3954334" y="-168191"/>
                <a:ext cx="211380" cy="547765"/>
              </a:xfrm>
              <a:prstGeom prst="rect">
                <a:avLst/>
              </a:prstGeom>
              <a:solidFill>
                <a:schemeClr val="accent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845" name="Rechthoek 37"/>
              <p:cNvSpPr/>
              <p:nvPr/>
            </p:nvSpPr>
            <p:spPr>
              <a:xfrm rot="16200000">
                <a:off x="4585357" y="-168192"/>
                <a:ext cx="211380" cy="547765"/>
              </a:xfrm>
              <a:prstGeom prst="rect">
                <a:avLst/>
              </a:prstGeom>
              <a:solidFill>
                <a:srgbClr val="99D28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846" name="Rechthoek 38"/>
              <p:cNvSpPr/>
              <p:nvPr/>
            </p:nvSpPr>
            <p:spPr>
              <a:xfrm rot="16200000">
                <a:off x="5216380" y="-168192"/>
                <a:ext cx="211380" cy="547764"/>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847" name="Rechthoek 39"/>
              <p:cNvSpPr/>
              <p:nvPr/>
            </p:nvSpPr>
            <p:spPr>
              <a:xfrm rot="16200000">
                <a:off x="5847403" y="-168193"/>
                <a:ext cx="211380" cy="547765"/>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1858" name="Group 4"/>
          <p:cNvGrpSpPr/>
          <p:nvPr/>
        </p:nvGrpSpPr>
        <p:grpSpPr>
          <a:xfrm>
            <a:off x="698501" y="5884314"/>
            <a:ext cx="1454912" cy="577167"/>
            <a:chOff x="0" y="0"/>
            <a:chExt cx="1454911" cy="577165"/>
          </a:xfrm>
        </p:grpSpPr>
        <p:sp>
          <p:nvSpPr>
            <p:cNvPr id="1850"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851"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852"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853"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854"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1855"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856"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857"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1859" name="Rechthoek 7"/>
          <p:cNvSpPr/>
          <p:nvPr/>
        </p:nvSpPr>
        <p:spPr>
          <a:xfrm>
            <a:off x="-12033" y="0"/>
            <a:ext cx="12192001" cy="5371383"/>
          </a:xfrm>
          <a:prstGeom prst="rect">
            <a:avLst/>
          </a:prstGeom>
          <a:solidFill>
            <a:schemeClr val="accent2"/>
          </a:solidFill>
          <a:ln w="12700">
            <a:miter lim="400000"/>
          </a:ln>
        </p:spPr>
        <p:txBody>
          <a:bodyPr lIns="45719" rIns="45719" anchor="ctr"/>
          <a:lstStyle/>
          <a:p>
            <a:pPr algn="ctr">
              <a:defRPr sz="1600">
                <a:solidFill>
                  <a:srgbClr val="FFFFFF"/>
                </a:solidFill>
              </a:defRPr>
            </a:pPr>
            <a:endParaRPr/>
          </a:p>
        </p:txBody>
      </p:sp>
      <p:sp>
        <p:nvSpPr>
          <p:cNvPr id="1860" name="Tijdelijke aanduiding voor afbeelding 8"/>
          <p:cNvSpPr>
            <a:spLocks noGrp="1"/>
          </p:cNvSpPr>
          <p:nvPr>
            <p:ph type="pic" idx="21"/>
          </p:nvPr>
        </p:nvSpPr>
        <p:spPr>
          <a:xfrm>
            <a:off x="-600" y="716"/>
            <a:ext cx="12193200" cy="5371384"/>
          </a:xfrm>
          <a:prstGeom prst="rect">
            <a:avLst/>
          </a:prstGeom>
        </p:spPr>
        <p:txBody>
          <a:bodyPr lIns="91439" tIns="45719" rIns="91439" bIns="45719"/>
          <a:lstStyle/>
          <a:p>
            <a:r>
              <a:rPr lang="en-US"/>
              <a:t>Click icon to add picture</a:t>
            </a:r>
            <a:endParaRPr/>
          </a:p>
        </p:txBody>
      </p:sp>
      <p:sp>
        <p:nvSpPr>
          <p:cNvPr id="1861" name="Tekstvak 6"/>
          <p:cNvSpPr txBox="1"/>
          <p:nvPr/>
        </p:nvSpPr>
        <p:spPr>
          <a:xfrm>
            <a:off x="34969" y="-662297"/>
            <a:ext cx="12100562"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t>Hoofdstuk</a:t>
            </a:r>
          </a:p>
        </p:txBody>
      </p:sp>
      <p:sp>
        <p:nvSpPr>
          <p:cNvPr id="1926" name="Body Level One…"/>
          <p:cNvSpPr txBox="1">
            <a:spLocks noGrp="1"/>
          </p:cNvSpPr>
          <p:nvPr>
            <p:ph type="body" sz="half" idx="1"/>
          </p:nvPr>
        </p:nvSpPr>
        <p:spPr>
          <a:xfrm>
            <a:off x="2702625" y="2770414"/>
            <a:ext cx="6786751" cy="2987465"/>
          </a:xfrm>
          <a:prstGeom prst="rect">
            <a:avLst/>
          </a:prstGeom>
          <a:solidFill>
            <a:schemeClr val="accent1"/>
          </a:solidFill>
        </p:spPr>
        <p:txBody>
          <a:bodyPr>
            <a:normAutofit/>
          </a:bodyPr>
          <a:lstStyle>
            <a:lvl1pPr marL="0" indent="0">
              <a:buClrTx/>
              <a:buSzTx/>
              <a:buNone/>
              <a:defRPr sz="100">
                <a:solidFill>
                  <a:schemeClr val="accent1"/>
                </a:solidFill>
              </a:defRPr>
            </a:lvl1pPr>
            <a:lvl2pPr marL="280689" indent="-17164">
              <a:buClrTx/>
              <a:defRPr sz="100">
                <a:solidFill>
                  <a:schemeClr val="accent1"/>
                </a:solidFill>
              </a:defRPr>
            </a:lvl2pPr>
            <a:lvl3pPr>
              <a:buClrTx/>
              <a:buFontTx/>
              <a:defRPr sz="100">
                <a:solidFill>
                  <a:schemeClr val="accent1"/>
                </a:solidFill>
              </a:defRPr>
            </a:lvl3pPr>
            <a:lvl4pPr>
              <a:buClrTx/>
              <a:buFontTx/>
              <a:defRPr sz="100">
                <a:solidFill>
                  <a:schemeClr val="accent1"/>
                </a:solidFill>
              </a:defRPr>
            </a:lvl4pPr>
            <a:lvl5pPr marL="16470" indent="-16470">
              <a:buClrTx/>
              <a:buFontTx/>
              <a:defRPr sz="1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927" name="Tijdelijke aanduiding voor tekst 78"/>
          <p:cNvSpPr>
            <a:spLocks noGrp="1"/>
          </p:cNvSpPr>
          <p:nvPr>
            <p:ph type="body" sz="half" idx="22" hasCustomPrompt="1"/>
          </p:nvPr>
        </p:nvSpPr>
        <p:spPr>
          <a:xfrm>
            <a:off x="2702627" y="2770414"/>
            <a:ext cx="6514419" cy="2987463"/>
          </a:xfrm>
          <a:prstGeom prst="rect">
            <a:avLst/>
          </a:prstGeom>
          <a:solidFill>
            <a:schemeClr val="accent3"/>
          </a:solidFill>
        </p:spPr>
        <p:txBody>
          <a:bodyPr>
            <a:normAutofit/>
          </a:bodyPr>
          <a:lstStyle>
            <a:lvl1pPr marL="0" indent="0">
              <a:buClrTx/>
              <a:buSzTx/>
              <a:buNone/>
            </a:lvl1pPr>
          </a:lstStyle>
          <a:p>
            <a:r>
              <a:rPr dirty="0"/>
              <a:t>  </a:t>
            </a:r>
          </a:p>
        </p:txBody>
      </p:sp>
      <p:sp>
        <p:nvSpPr>
          <p:cNvPr id="1928" name="Tijdelijke aanduiding voor verticale tekst 2"/>
          <p:cNvSpPr>
            <a:spLocks noGrp="1"/>
          </p:cNvSpPr>
          <p:nvPr>
            <p:ph type="body" sz="quarter" idx="23"/>
          </p:nvPr>
        </p:nvSpPr>
        <p:spPr>
          <a:xfrm>
            <a:off x="3086309" y="3917564"/>
            <a:ext cx="6019384" cy="1101408"/>
          </a:xfrm>
          <a:prstGeom prst="rect">
            <a:avLst/>
          </a:prstGeom>
        </p:spPr>
        <p:txBody>
          <a:bodyPr anchor="b">
            <a:normAutofit/>
          </a:bodyPr>
          <a:lstStyle>
            <a:lvl1pPr marL="0" indent="0" algn="ctr">
              <a:buClrTx/>
              <a:buSzTx/>
              <a:buNone/>
              <a:defRPr sz="3400">
                <a:solidFill>
                  <a:srgbClr val="FFFFFF"/>
                </a:solidFill>
                <a:latin typeface="Roboto Slab Regular Regular"/>
                <a:ea typeface="Roboto Slab Regular Regular"/>
                <a:cs typeface="Roboto Slab Regular Regular"/>
                <a:sym typeface="Roboto Slab Regular Regular"/>
              </a:defRPr>
            </a:lvl1pPr>
          </a:lstStyle>
          <a:p>
            <a:pPr lvl="0"/>
            <a:r>
              <a:rPr lang="en-US"/>
              <a:t>Click to edit Master text styles</a:t>
            </a:r>
          </a:p>
        </p:txBody>
      </p:sp>
      <p:sp>
        <p:nvSpPr>
          <p:cNvPr id="1929" name="Tijdelijke aanduiding voor verticale tekst 2"/>
          <p:cNvSpPr>
            <a:spLocks noGrp="1"/>
          </p:cNvSpPr>
          <p:nvPr>
            <p:ph type="body" sz="quarter" idx="24"/>
          </p:nvPr>
        </p:nvSpPr>
        <p:spPr>
          <a:xfrm>
            <a:off x="5661995" y="3100404"/>
            <a:ext cx="868008" cy="719402"/>
          </a:xfrm>
          <a:prstGeom prst="rect">
            <a:avLst/>
          </a:prstGeom>
        </p:spPr>
        <p:txBody>
          <a:bodyPr anchor="b">
            <a:normAutofit/>
          </a:bodyPr>
          <a:lstStyle>
            <a:lvl1pPr marL="0" indent="0" algn="ctr" defTabSz="618458">
              <a:spcBef>
                <a:spcPts val="1000"/>
              </a:spcBef>
              <a:buClrTx/>
              <a:buSzTx/>
              <a:buNone/>
              <a:defRPr sz="4300">
                <a:solidFill>
                  <a:srgbClr val="FFFFFF"/>
                </a:solidFill>
                <a:latin typeface="Roboto Slab Bold"/>
                <a:ea typeface="Roboto Slab Bold"/>
                <a:cs typeface="Roboto Slab Bold"/>
                <a:sym typeface="Roboto Slab Bold"/>
              </a:defRPr>
            </a:lvl1pPr>
          </a:lstStyle>
          <a:p>
            <a:pPr lvl="0"/>
            <a:r>
              <a:rPr lang="en-US"/>
              <a:t>Click to edit Master text styles</a:t>
            </a:r>
          </a:p>
        </p:txBody>
      </p:sp>
      <p:sp>
        <p:nvSpPr>
          <p:cNvPr id="1930" name="Tijdelijke aanduiding voor verticale tekst 2"/>
          <p:cNvSpPr>
            <a:spLocks noGrp="1"/>
          </p:cNvSpPr>
          <p:nvPr>
            <p:ph type="body" sz="quarter" idx="25" hasCustomPrompt="1"/>
          </p:nvPr>
        </p:nvSpPr>
        <p:spPr>
          <a:xfrm>
            <a:off x="3088948" y="5168239"/>
            <a:ext cx="6014106" cy="280930"/>
          </a:xfrm>
          <a:prstGeom prst="rect">
            <a:avLst/>
          </a:prstGeom>
        </p:spPr>
        <p:txBody>
          <a:bodyPr>
            <a:normAutofit/>
          </a:bodyPr>
          <a:lstStyle>
            <a:lvl1pPr marL="0" indent="0" algn="ctr">
              <a:buClrTx/>
              <a:buSzTx/>
              <a:buNone/>
              <a:defRPr b="1">
                <a:solidFill>
                  <a:srgbClr val="FFFFFF"/>
                </a:solidFill>
              </a:defRPr>
            </a:lvl1pPr>
          </a:lstStyle>
          <a:p>
            <a:r>
              <a:t>Ruimte voor een subtitel</a:t>
            </a:r>
          </a:p>
        </p:txBody>
      </p:sp>
      <p:sp>
        <p:nvSpPr>
          <p:cNvPr id="1931" name="Tijdelijke aanduiding voor tekst 17"/>
          <p:cNvSpPr>
            <a:spLocks noGrp="1"/>
          </p:cNvSpPr>
          <p:nvPr>
            <p:ph type="body" sz="quarter" idx="26" hasCustomPrompt="1"/>
          </p:nvPr>
        </p:nvSpPr>
        <p:spPr>
          <a:xfrm>
            <a:off x="5700000" y="3894066"/>
            <a:ext cx="792001" cy="7201"/>
          </a:xfrm>
          <a:prstGeom prst="rect">
            <a:avLst/>
          </a:prstGeom>
          <a:solidFill>
            <a:srgbClr val="FFFFFF"/>
          </a:solidFill>
        </p:spPr>
        <p:txBody>
          <a:bodyPr>
            <a:normAutofit/>
          </a:bodyPr>
          <a:lstStyle>
            <a:lvl1pPr marL="0" indent="0" defTabSz="287655">
              <a:spcBef>
                <a:spcPts val="400"/>
              </a:spcBef>
              <a:buClrTx/>
              <a:buSzTx/>
              <a:buNone/>
              <a:defRPr sz="640"/>
            </a:lvl1pPr>
          </a:lstStyle>
          <a:p>
            <a:r>
              <a:t>  </a:t>
            </a:r>
          </a:p>
        </p:txBody>
      </p:sp>
      <p:sp>
        <p:nvSpPr>
          <p:cNvPr id="1932" name="Slide Number"/>
          <p:cNvSpPr txBox="1">
            <a:spLocks noGrp="1"/>
          </p:cNvSpPr>
          <p:nvPr>
            <p:ph type="sldNum" sz="quarter" idx="2"/>
          </p:nvPr>
        </p:nvSpPr>
        <p:spPr>
          <a:xfrm>
            <a:off x="11289785" y="6246130"/>
            <a:ext cx="182216" cy="172815"/>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Video">
    <p:spTree>
      <p:nvGrpSpPr>
        <p:cNvPr id="1" name=""/>
        <p:cNvGrpSpPr/>
        <p:nvPr/>
      </p:nvGrpSpPr>
      <p:grpSpPr>
        <a:xfrm>
          <a:off x="0" y="0"/>
          <a:ext cx="0" cy="0"/>
          <a:chOff x="0" y="0"/>
          <a:chExt cx="0" cy="0"/>
        </a:xfrm>
      </p:grpSpPr>
      <p:grpSp>
        <p:nvGrpSpPr>
          <p:cNvPr id="1972" name="Groep 9"/>
          <p:cNvGrpSpPr/>
          <p:nvPr/>
        </p:nvGrpSpPr>
        <p:grpSpPr>
          <a:xfrm>
            <a:off x="2982511" y="-1228655"/>
            <a:ext cx="6226977" cy="490402"/>
            <a:chOff x="0" y="0"/>
            <a:chExt cx="6226976" cy="490400"/>
          </a:xfrm>
        </p:grpSpPr>
        <p:sp>
          <p:nvSpPr>
            <p:cNvPr id="1960" name="Rechthoek 36"/>
            <p:cNvSpPr/>
            <p:nvPr/>
          </p:nvSpPr>
          <p:spPr>
            <a:xfrm rot="16200000">
              <a:off x="3007798" y="-2728777"/>
              <a:ext cx="211380" cy="622697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1971" name="Groep 8"/>
            <p:cNvGrpSpPr/>
            <p:nvPr/>
          </p:nvGrpSpPr>
          <p:grpSpPr>
            <a:xfrm>
              <a:off x="0" y="0"/>
              <a:ext cx="6226975" cy="211381"/>
              <a:chOff x="0" y="0"/>
              <a:chExt cx="6226974" cy="211380"/>
            </a:xfrm>
          </p:grpSpPr>
          <p:sp>
            <p:nvSpPr>
              <p:cNvPr id="1961" name="Rechthoek 6"/>
              <p:cNvSpPr/>
              <p:nvPr/>
            </p:nvSpPr>
            <p:spPr>
              <a:xfrm rot="16200000">
                <a:off x="168192" y="-168191"/>
                <a:ext cx="211380" cy="547765"/>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962" name="Rechthoek 29"/>
              <p:cNvSpPr/>
              <p:nvPr/>
            </p:nvSpPr>
            <p:spPr>
              <a:xfrm rot="16200000">
                <a:off x="799215" y="-168191"/>
                <a:ext cx="211380" cy="547765"/>
              </a:xfrm>
              <a:prstGeom prst="rect">
                <a:avLst/>
              </a:prstGeom>
              <a:solidFill>
                <a:srgbClr val="0066A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963" name="Rechthoek 30"/>
              <p:cNvSpPr/>
              <p:nvPr/>
            </p:nvSpPr>
            <p:spPr>
              <a:xfrm rot="16200000">
                <a:off x="1430239" y="-168191"/>
                <a:ext cx="211380" cy="547765"/>
              </a:xfrm>
              <a:prstGeom prst="rect">
                <a:avLst/>
              </a:prstGeom>
              <a:solidFill>
                <a:srgbClr val="00B7D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964" name="Rechthoek 31"/>
              <p:cNvSpPr/>
              <p:nvPr/>
            </p:nvSpPr>
            <p:spPr>
              <a:xfrm rot="16200000">
                <a:off x="2061263" y="-168191"/>
                <a:ext cx="211380" cy="547765"/>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965" name="Rechthoek 32"/>
              <p:cNvSpPr/>
              <p:nvPr/>
            </p:nvSpPr>
            <p:spPr>
              <a:xfrm rot="16200000">
                <a:off x="2692286" y="-168191"/>
                <a:ext cx="211380" cy="547765"/>
              </a:xfrm>
              <a:prstGeom prst="rect">
                <a:avLst/>
              </a:prstGeom>
              <a:solidFill>
                <a:srgbClr val="61A4B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966" name="Rechthoek 33"/>
              <p:cNvSpPr/>
              <p:nvPr/>
            </p:nvSpPr>
            <p:spPr>
              <a:xfrm rot="16200000">
                <a:off x="3323310" y="-168191"/>
                <a:ext cx="211380" cy="547765"/>
              </a:xfrm>
              <a:prstGeom prst="rect">
                <a:avLst/>
              </a:prstGeom>
              <a:solidFill>
                <a:srgbClr val="82D7C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967" name="Rechthoek 34"/>
              <p:cNvSpPr/>
              <p:nvPr/>
            </p:nvSpPr>
            <p:spPr>
              <a:xfrm rot="16200000">
                <a:off x="3954334" y="-168191"/>
                <a:ext cx="211380" cy="547765"/>
              </a:xfrm>
              <a:prstGeom prst="rect">
                <a:avLst/>
              </a:prstGeom>
              <a:solidFill>
                <a:schemeClr val="accent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968" name="Rechthoek 37"/>
              <p:cNvSpPr/>
              <p:nvPr/>
            </p:nvSpPr>
            <p:spPr>
              <a:xfrm rot="16200000">
                <a:off x="4585357" y="-168192"/>
                <a:ext cx="211380" cy="547765"/>
              </a:xfrm>
              <a:prstGeom prst="rect">
                <a:avLst/>
              </a:prstGeom>
              <a:solidFill>
                <a:srgbClr val="99D28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969" name="Rechthoek 38"/>
              <p:cNvSpPr/>
              <p:nvPr/>
            </p:nvSpPr>
            <p:spPr>
              <a:xfrm rot="16200000">
                <a:off x="5216380" y="-168192"/>
                <a:ext cx="211380" cy="547764"/>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970" name="Rechthoek 39"/>
              <p:cNvSpPr/>
              <p:nvPr/>
            </p:nvSpPr>
            <p:spPr>
              <a:xfrm rot="16200000">
                <a:off x="5847403" y="-168193"/>
                <a:ext cx="211380" cy="547765"/>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1981" name="Group 4"/>
          <p:cNvGrpSpPr/>
          <p:nvPr/>
        </p:nvGrpSpPr>
        <p:grpSpPr>
          <a:xfrm>
            <a:off x="698501" y="5884314"/>
            <a:ext cx="1454912" cy="577167"/>
            <a:chOff x="0" y="0"/>
            <a:chExt cx="1454911" cy="577165"/>
          </a:xfrm>
        </p:grpSpPr>
        <p:sp>
          <p:nvSpPr>
            <p:cNvPr id="1973"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974"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975"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976"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977"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1978"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979"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980"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1982" name="Rechthoek 1"/>
          <p:cNvSpPr/>
          <p:nvPr/>
        </p:nvSpPr>
        <p:spPr>
          <a:xfrm>
            <a:off x="-1" y="0"/>
            <a:ext cx="12193769" cy="6858000"/>
          </a:xfrm>
          <a:prstGeom prst="rect">
            <a:avLst/>
          </a:prstGeom>
          <a:solidFill>
            <a:schemeClr val="accent1"/>
          </a:solidFill>
          <a:ln w="12700">
            <a:miter lim="400000"/>
          </a:ln>
        </p:spPr>
        <p:txBody>
          <a:bodyPr lIns="45719" rIns="45719" anchor="ctr"/>
          <a:lstStyle/>
          <a:p>
            <a:pPr algn="ctr">
              <a:defRPr sz="1600">
                <a:solidFill>
                  <a:srgbClr val="FFFFFF"/>
                </a:solidFill>
              </a:defRPr>
            </a:pPr>
            <a:endParaRPr/>
          </a:p>
        </p:txBody>
      </p:sp>
      <p:sp>
        <p:nvSpPr>
          <p:cNvPr id="1983" name="Body Level One…"/>
          <p:cNvSpPr txBox="1">
            <a:spLocks noGrp="1"/>
          </p:cNvSpPr>
          <p:nvPr>
            <p:ph type="body" idx="1" hasCustomPrompt="1"/>
          </p:nvPr>
        </p:nvSpPr>
        <p:spPr>
          <a:xfrm>
            <a:off x="-12700" y="0"/>
            <a:ext cx="12204700" cy="6858000"/>
          </a:xfrm>
          <a:prstGeom prst="rect">
            <a:avLst/>
          </a:prstGeom>
          <a:solidFill>
            <a:srgbClr val="61A4B4"/>
          </a:solidFill>
        </p:spPr>
        <p:txBody>
          <a:bodyPr>
            <a:normAutofit/>
          </a:bodyPr>
          <a:lstStyle>
            <a:lvl1pPr marL="0" indent="0">
              <a:buClrTx/>
              <a:buSzTx/>
              <a:buNone/>
            </a:lvl1pPr>
            <a:lvl2pPr>
              <a:buClrTx/>
            </a:lvl2pPr>
            <a:lvl3pPr>
              <a:buClrTx/>
              <a:buFontTx/>
            </a:lvl3pPr>
            <a:lvl4pPr>
              <a:buClrTx/>
              <a:buFontTx/>
            </a:lvl4pPr>
            <a:lvl5pPr>
              <a:buClrTx/>
              <a:buFontTx/>
            </a:lvl5pPr>
          </a:lstStyle>
          <a:p>
            <a:r>
              <a:t>  </a:t>
            </a:r>
          </a:p>
          <a:p>
            <a:pPr lvl="1"/>
            <a:endParaRPr/>
          </a:p>
          <a:p>
            <a:pPr lvl="2"/>
            <a:endParaRPr/>
          </a:p>
          <a:p>
            <a:pPr lvl="3"/>
            <a:endParaRPr/>
          </a:p>
          <a:p>
            <a:pPr lvl="4"/>
            <a:endParaRPr/>
          </a:p>
        </p:txBody>
      </p:sp>
      <p:sp>
        <p:nvSpPr>
          <p:cNvPr id="1984" name="Tijdelijke aanduiding voor media 28"/>
          <p:cNvSpPr>
            <a:spLocks noGrp="1"/>
          </p:cNvSpPr>
          <p:nvPr>
            <p:ph type="media" idx="21"/>
          </p:nvPr>
        </p:nvSpPr>
        <p:spPr>
          <a:xfrm>
            <a:off x="0" y="1"/>
            <a:ext cx="12192000" cy="6858000"/>
          </a:xfrm>
          <a:prstGeom prst="rect">
            <a:avLst/>
          </a:prstGeom>
        </p:spPr>
        <p:txBody>
          <a:bodyPr lIns="91439" tIns="45719" rIns="91439" bIns="45719"/>
          <a:lstStyle/>
          <a:p>
            <a:r>
              <a:rPr lang="en-US"/>
              <a:t>Click icon to add media</a:t>
            </a:r>
            <a:endParaRPr/>
          </a:p>
        </p:txBody>
      </p:sp>
      <p:sp>
        <p:nvSpPr>
          <p:cNvPr id="1985" name="Slide Number"/>
          <p:cNvSpPr txBox="1">
            <a:spLocks noGrp="1"/>
          </p:cNvSpPr>
          <p:nvPr>
            <p:ph type="sldNum" sz="quarter" idx="2"/>
          </p:nvPr>
        </p:nvSpPr>
        <p:spPr>
          <a:xfrm>
            <a:off x="11289785" y="6246130"/>
            <a:ext cx="182216" cy="172815"/>
          </a:xfrm>
          <a:prstGeom prst="rect">
            <a:avLst/>
          </a:prstGeom>
        </p:spPr>
        <p:txBody>
          <a:bodyPr/>
          <a:lstStyle>
            <a:lvl1pPr>
              <a:defRPr>
                <a:solidFill>
                  <a:srgbClr val="FFFFFF"/>
                </a:solidFill>
              </a:defRPr>
            </a:lvl1pPr>
          </a:lstStyle>
          <a:p>
            <a:fld id="{86CB4B4D-7CA3-9044-876B-883B54F8677D}" type="slidenum">
              <a:t>‹#›</a:t>
            </a:fld>
            <a:endParaRPr/>
          </a:p>
        </p:txBody>
      </p:sp>
      <p:sp>
        <p:nvSpPr>
          <p:cNvPr id="1986" name="Tekstvak 6"/>
          <p:cNvSpPr txBox="1"/>
          <p:nvPr/>
        </p:nvSpPr>
        <p:spPr>
          <a:xfrm>
            <a:off x="34969" y="-662297"/>
            <a:ext cx="12100562"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t>Video</a:t>
            </a:r>
          </a:p>
        </p:txBody>
      </p:sp>
      <p:pic>
        <p:nvPicPr>
          <p:cNvPr id="112" name="Picture 111">
            <a:extLst>
              <a:ext uri="{FF2B5EF4-FFF2-40B4-BE49-F238E27FC236}">
                <a16:creationId xmlns:a16="http://schemas.microsoft.com/office/drawing/2014/main" id="{7965BA85-66F7-EE4A-A3DE-81A8E896E971}"/>
              </a:ext>
            </a:extLst>
          </p:cNvPr>
          <p:cNvPicPr>
            <a:picLocks noChangeAspect="1"/>
          </p:cNvPicPr>
          <p:nvPr userDrawn="1"/>
        </p:nvPicPr>
        <p:blipFill>
          <a:blip r:embed="rId2"/>
          <a:stretch>
            <a:fillRect/>
          </a:stretch>
        </p:blipFill>
        <p:spPr>
          <a:xfrm>
            <a:off x="695450" y="5847858"/>
            <a:ext cx="1460500" cy="698500"/>
          </a:xfrm>
          <a:prstGeom prst="rect">
            <a:avLst/>
          </a:prstGeom>
        </p:spPr>
      </p:pic>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Tekst en Grafiek">
    <p:spTree>
      <p:nvGrpSpPr>
        <p:cNvPr id="1" name=""/>
        <p:cNvGrpSpPr/>
        <p:nvPr/>
      </p:nvGrpSpPr>
      <p:grpSpPr>
        <a:xfrm>
          <a:off x="0" y="0"/>
          <a:ext cx="0" cy="0"/>
          <a:chOff x="0" y="0"/>
          <a:chExt cx="0" cy="0"/>
        </a:xfrm>
      </p:grpSpPr>
      <p:grpSp>
        <p:nvGrpSpPr>
          <p:cNvPr id="2088" name="Groep 9"/>
          <p:cNvGrpSpPr/>
          <p:nvPr/>
        </p:nvGrpSpPr>
        <p:grpSpPr>
          <a:xfrm>
            <a:off x="2982511" y="-1228655"/>
            <a:ext cx="6226977" cy="490402"/>
            <a:chOff x="0" y="0"/>
            <a:chExt cx="6226976" cy="490400"/>
          </a:xfrm>
        </p:grpSpPr>
        <p:sp>
          <p:nvSpPr>
            <p:cNvPr id="2076" name="Rechthoek 36"/>
            <p:cNvSpPr/>
            <p:nvPr/>
          </p:nvSpPr>
          <p:spPr>
            <a:xfrm rot="16200000">
              <a:off x="3007798" y="-2728777"/>
              <a:ext cx="211380" cy="622697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2087" name="Groep 8"/>
            <p:cNvGrpSpPr/>
            <p:nvPr/>
          </p:nvGrpSpPr>
          <p:grpSpPr>
            <a:xfrm>
              <a:off x="0" y="0"/>
              <a:ext cx="6226975" cy="211381"/>
              <a:chOff x="0" y="0"/>
              <a:chExt cx="6226974" cy="211380"/>
            </a:xfrm>
          </p:grpSpPr>
          <p:sp>
            <p:nvSpPr>
              <p:cNvPr id="2077" name="Rechthoek 6"/>
              <p:cNvSpPr/>
              <p:nvPr/>
            </p:nvSpPr>
            <p:spPr>
              <a:xfrm rot="16200000">
                <a:off x="168192" y="-168191"/>
                <a:ext cx="211380" cy="547765"/>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078" name="Rechthoek 29"/>
              <p:cNvSpPr/>
              <p:nvPr/>
            </p:nvSpPr>
            <p:spPr>
              <a:xfrm rot="16200000">
                <a:off x="799215" y="-168191"/>
                <a:ext cx="211380" cy="547765"/>
              </a:xfrm>
              <a:prstGeom prst="rect">
                <a:avLst/>
              </a:prstGeom>
              <a:solidFill>
                <a:srgbClr val="0066A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079" name="Rechthoek 30"/>
              <p:cNvSpPr/>
              <p:nvPr/>
            </p:nvSpPr>
            <p:spPr>
              <a:xfrm rot="16200000">
                <a:off x="1430239" y="-168191"/>
                <a:ext cx="211380" cy="547765"/>
              </a:xfrm>
              <a:prstGeom prst="rect">
                <a:avLst/>
              </a:prstGeom>
              <a:solidFill>
                <a:srgbClr val="00B7D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080" name="Rechthoek 31"/>
              <p:cNvSpPr/>
              <p:nvPr/>
            </p:nvSpPr>
            <p:spPr>
              <a:xfrm rot="16200000">
                <a:off x="2061263" y="-168191"/>
                <a:ext cx="211380" cy="547765"/>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081" name="Rechthoek 32"/>
              <p:cNvSpPr/>
              <p:nvPr/>
            </p:nvSpPr>
            <p:spPr>
              <a:xfrm rot="16200000">
                <a:off x="2692286" y="-168191"/>
                <a:ext cx="211380" cy="547765"/>
              </a:xfrm>
              <a:prstGeom prst="rect">
                <a:avLst/>
              </a:prstGeom>
              <a:solidFill>
                <a:srgbClr val="61A4B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082" name="Rechthoek 33"/>
              <p:cNvSpPr/>
              <p:nvPr/>
            </p:nvSpPr>
            <p:spPr>
              <a:xfrm rot="16200000">
                <a:off x="3323310" y="-168191"/>
                <a:ext cx="211380" cy="547765"/>
              </a:xfrm>
              <a:prstGeom prst="rect">
                <a:avLst/>
              </a:prstGeom>
              <a:solidFill>
                <a:srgbClr val="82D7C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083" name="Rechthoek 34"/>
              <p:cNvSpPr/>
              <p:nvPr/>
            </p:nvSpPr>
            <p:spPr>
              <a:xfrm rot="16200000">
                <a:off x="3954334" y="-168191"/>
                <a:ext cx="211380" cy="547765"/>
              </a:xfrm>
              <a:prstGeom prst="rect">
                <a:avLst/>
              </a:prstGeom>
              <a:solidFill>
                <a:schemeClr val="accent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084" name="Rechthoek 37"/>
              <p:cNvSpPr/>
              <p:nvPr/>
            </p:nvSpPr>
            <p:spPr>
              <a:xfrm rot="16200000">
                <a:off x="4585357" y="-168192"/>
                <a:ext cx="211380" cy="547765"/>
              </a:xfrm>
              <a:prstGeom prst="rect">
                <a:avLst/>
              </a:prstGeom>
              <a:solidFill>
                <a:srgbClr val="99D28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085" name="Rechthoek 38"/>
              <p:cNvSpPr/>
              <p:nvPr/>
            </p:nvSpPr>
            <p:spPr>
              <a:xfrm rot="16200000">
                <a:off x="5216380" y="-168192"/>
                <a:ext cx="211380" cy="547764"/>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086" name="Rechthoek 39"/>
              <p:cNvSpPr/>
              <p:nvPr/>
            </p:nvSpPr>
            <p:spPr>
              <a:xfrm rot="16200000">
                <a:off x="5847403" y="-168193"/>
                <a:ext cx="211380" cy="547765"/>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2097" name="Group 4"/>
          <p:cNvGrpSpPr/>
          <p:nvPr/>
        </p:nvGrpSpPr>
        <p:grpSpPr>
          <a:xfrm>
            <a:off x="698501" y="5884314"/>
            <a:ext cx="1454912" cy="577167"/>
            <a:chOff x="0" y="0"/>
            <a:chExt cx="1454911" cy="577165"/>
          </a:xfrm>
        </p:grpSpPr>
        <p:sp>
          <p:nvSpPr>
            <p:cNvPr id="2089"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2090"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091"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092"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093"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2094"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095"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096"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2098" name="Rechthoek 350"/>
          <p:cNvSpPr/>
          <p:nvPr/>
        </p:nvSpPr>
        <p:spPr>
          <a:xfrm>
            <a:off x="-12032" y="0"/>
            <a:ext cx="4467918" cy="6858000"/>
          </a:xfrm>
          <a:prstGeom prst="rect">
            <a:avLst/>
          </a:prstGeom>
          <a:solidFill>
            <a:schemeClr val="accent1"/>
          </a:solidFill>
          <a:ln w="12700">
            <a:miter lim="400000"/>
          </a:ln>
        </p:spPr>
        <p:txBody>
          <a:bodyPr lIns="45719" rIns="45719" anchor="ctr"/>
          <a:lstStyle/>
          <a:p>
            <a:pPr algn="ctr">
              <a:defRPr sz="1600">
                <a:solidFill>
                  <a:srgbClr val="FFFFFF"/>
                </a:solidFill>
              </a:defRPr>
            </a:pPr>
            <a:endParaRPr/>
          </a:p>
        </p:txBody>
      </p:sp>
      <p:sp>
        <p:nvSpPr>
          <p:cNvPr id="2099" name="Tekstvak 6"/>
          <p:cNvSpPr txBox="1"/>
          <p:nvPr/>
        </p:nvSpPr>
        <p:spPr>
          <a:xfrm>
            <a:off x="34969" y="-662297"/>
            <a:ext cx="12100562"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t>Tekst en Grafiek</a:t>
            </a:r>
          </a:p>
        </p:txBody>
      </p:sp>
      <p:sp>
        <p:nvSpPr>
          <p:cNvPr id="2166" name="Plaats hier je titel"/>
          <p:cNvSpPr txBox="1">
            <a:spLocks noGrp="1"/>
          </p:cNvSpPr>
          <p:nvPr>
            <p:ph type="title" hasCustomPrompt="1"/>
          </p:nvPr>
        </p:nvSpPr>
        <p:spPr>
          <a:xfrm>
            <a:off x="698500" y="741499"/>
            <a:ext cx="3147786" cy="490401"/>
          </a:xfrm>
          <a:prstGeom prst="rect">
            <a:avLst/>
          </a:prstGeom>
        </p:spPr>
        <p:txBody>
          <a:bodyPr>
            <a:normAutofit/>
          </a:bodyPr>
          <a:lstStyle>
            <a:lvl1pPr>
              <a:defRPr>
                <a:solidFill>
                  <a:srgbClr val="FFFFFF"/>
                </a:solidFill>
              </a:defRPr>
            </a:lvl1pPr>
          </a:lstStyle>
          <a:p>
            <a:r>
              <a:t>Plaats hier je titel</a:t>
            </a:r>
          </a:p>
        </p:txBody>
      </p:sp>
      <p:sp>
        <p:nvSpPr>
          <p:cNvPr id="2167" name="Body Level One…"/>
          <p:cNvSpPr txBox="1">
            <a:spLocks noGrp="1"/>
          </p:cNvSpPr>
          <p:nvPr>
            <p:ph type="body" sz="quarter" idx="1" hasCustomPrompt="1"/>
          </p:nvPr>
        </p:nvSpPr>
        <p:spPr>
          <a:xfrm>
            <a:off x="698500" y="1591900"/>
            <a:ext cx="3147786" cy="4356464"/>
          </a:xfrm>
          <a:prstGeom prst="rect">
            <a:avLst/>
          </a:prstGeom>
        </p:spPr>
        <p:txBody>
          <a:bodyPr>
            <a:normAutofit/>
          </a:bodyPr>
          <a:lstStyle>
            <a:lvl1pPr>
              <a:buClr>
                <a:srgbClr val="FFFFFF"/>
              </a:buClr>
              <a:defRPr>
                <a:solidFill>
                  <a:srgbClr val="FFFFFF"/>
                </a:solidFill>
              </a:defRPr>
            </a:lvl1pPr>
            <a:lvl2pPr>
              <a:buClr>
                <a:srgbClr val="FFFFFF"/>
              </a:buClr>
              <a:defRPr>
                <a:solidFill>
                  <a:srgbClr val="FFFFFF"/>
                </a:solidFill>
              </a:defRPr>
            </a:lvl2pPr>
            <a:lvl3pPr>
              <a:buClr>
                <a:srgbClr val="FFFFFF"/>
              </a:buClr>
              <a:defRPr>
                <a:solidFill>
                  <a:srgbClr val="FFFFFF"/>
                </a:solidFill>
              </a:defRPr>
            </a:lvl3pPr>
            <a:lvl4pPr>
              <a:buClr>
                <a:srgbClr val="FFFFFF"/>
              </a:buClr>
              <a:defRPr>
                <a:solidFill>
                  <a:srgbClr val="FFFFFF"/>
                </a:solidFill>
              </a:defRPr>
            </a:lvl4pPr>
            <a:lvl5pPr>
              <a:buClr>
                <a:srgbClr val="FFFFFF"/>
              </a:buClr>
              <a:defRPr>
                <a:solidFill>
                  <a:srgbClr val="FFFFFF"/>
                </a:solidFill>
              </a:defRPr>
            </a:lvl5pPr>
          </a:lstStyle>
          <a:p>
            <a:r>
              <a:t>Klik hier om een bullet te plaatsen.</a:t>
            </a:r>
          </a:p>
          <a:p>
            <a:pPr lvl="1"/>
            <a:endParaRPr/>
          </a:p>
          <a:p>
            <a:pPr lvl="2"/>
            <a:endParaRPr/>
          </a:p>
          <a:p>
            <a:pPr lvl="3"/>
            <a:endParaRPr/>
          </a:p>
          <a:p>
            <a:pPr lvl="4"/>
            <a:endParaRPr/>
          </a:p>
        </p:txBody>
      </p:sp>
      <p:sp>
        <p:nvSpPr>
          <p:cNvPr id="2281" name="Slide Number"/>
          <p:cNvSpPr txBox="1">
            <a:spLocks noGrp="1"/>
          </p:cNvSpPr>
          <p:nvPr>
            <p:ph type="sldNum" sz="quarter" idx="2"/>
          </p:nvPr>
        </p:nvSpPr>
        <p:spPr>
          <a:xfrm>
            <a:off x="11289785" y="6246130"/>
            <a:ext cx="182216" cy="172815"/>
          </a:xfrm>
          <a:prstGeom prst="rect">
            <a:avLst/>
          </a:prstGeom>
        </p:spPr>
        <p:txBody>
          <a:bodyPr/>
          <a:lstStyle/>
          <a:p>
            <a:fld id="{86CB4B4D-7CA3-9044-876B-883B54F8677D}" type="slidenum">
              <a:t>‹#›</a:t>
            </a:fld>
            <a:endParaRPr/>
          </a:p>
        </p:txBody>
      </p:sp>
      <p:pic>
        <p:nvPicPr>
          <p:cNvPr id="6" name="Graphic 5">
            <a:extLst>
              <a:ext uri="{FF2B5EF4-FFF2-40B4-BE49-F238E27FC236}">
                <a16:creationId xmlns:a16="http://schemas.microsoft.com/office/drawing/2014/main" id="{01A06D27-3D8D-4043-8052-2A090E1BAB8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4800" y="5846400"/>
            <a:ext cx="1461599" cy="1033080"/>
          </a:xfrm>
          <a:prstGeom prst="rect">
            <a:avLst/>
          </a:prstGeom>
        </p:spPr>
      </p:pic>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Grafiek">
    <p:spTree>
      <p:nvGrpSpPr>
        <p:cNvPr id="1" name=""/>
        <p:cNvGrpSpPr/>
        <p:nvPr/>
      </p:nvGrpSpPr>
      <p:grpSpPr>
        <a:xfrm>
          <a:off x="0" y="0"/>
          <a:ext cx="0" cy="0"/>
          <a:chOff x="0" y="0"/>
          <a:chExt cx="0" cy="0"/>
        </a:xfrm>
      </p:grpSpPr>
      <p:grpSp>
        <p:nvGrpSpPr>
          <p:cNvPr id="2322" name="Groep 9"/>
          <p:cNvGrpSpPr/>
          <p:nvPr/>
        </p:nvGrpSpPr>
        <p:grpSpPr>
          <a:xfrm>
            <a:off x="2982511" y="-1228655"/>
            <a:ext cx="6226977" cy="490402"/>
            <a:chOff x="0" y="0"/>
            <a:chExt cx="6226976" cy="490400"/>
          </a:xfrm>
        </p:grpSpPr>
        <p:sp>
          <p:nvSpPr>
            <p:cNvPr id="2310" name="Rechthoek 36"/>
            <p:cNvSpPr/>
            <p:nvPr/>
          </p:nvSpPr>
          <p:spPr>
            <a:xfrm rot="16200000">
              <a:off x="3007798" y="-2728777"/>
              <a:ext cx="211380" cy="622697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2321" name="Groep 8"/>
            <p:cNvGrpSpPr/>
            <p:nvPr/>
          </p:nvGrpSpPr>
          <p:grpSpPr>
            <a:xfrm>
              <a:off x="0" y="0"/>
              <a:ext cx="6226975" cy="211381"/>
              <a:chOff x="0" y="0"/>
              <a:chExt cx="6226974" cy="211380"/>
            </a:xfrm>
          </p:grpSpPr>
          <p:sp>
            <p:nvSpPr>
              <p:cNvPr id="2311" name="Rechthoek 6"/>
              <p:cNvSpPr/>
              <p:nvPr/>
            </p:nvSpPr>
            <p:spPr>
              <a:xfrm rot="16200000">
                <a:off x="168192" y="-168191"/>
                <a:ext cx="211380" cy="547765"/>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12" name="Rechthoek 29"/>
              <p:cNvSpPr/>
              <p:nvPr/>
            </p:nvSpPr>
            <p:spPr>
              <a:xfrm rot="16200000">
                <a:off x="799215" y="-168191"/>
                <a:ext cx="211380" cy="547765"/>
              </a:xfrm>
              <a:prstGeom prst="rect">
                <a:avLst/>
              </a:prstGeom>
              <a:solidFill>
                <a:srgbClr val="0066A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13" name="Rechthoek 30"/>
              <p:cNvSpPr/>
              <p:nvPr/>
            </p:nvSpPr>
            <p:spPr>
              <a:xfrm rot="16200000">
                <a:off x="1430239" y="-168191"/>
                <a:ext cx="211380" cy="547765"/>
              </a:xfrm>
              <a:prstGeom prst="rect">
                <a:avLst/>
              </a:prstGeom>
              <a:solidFill>
                <a:srgbClr val="00B7D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14" name="Rechthoek 31"/>
              <p:cNvSpPr/>
              <p:nvPr/>
            </p:nvSpPr>
            <p:spPr>
              <a:xfrm rot="16200000">
                <a:off x="2061263" y="-168191"/>
                <a:ext cx="211380" cy="547765"/>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15" name="Rechthoek 32"/>
              <p:cNvSpPr/>
              <p:nvPr/>
            </p:nvSpPr>
            <p:spPr>
              <a:xfrm rot="16200000">
                <a:off x="2692286" y="-168191"/>
                <a:ext cx="211380" cy="547765"/>
              </a:xfrm>
              <a:prstGeom prst="rect">
                <a:avLst/>
              </a:prstGeom>
              <a:solidFill>
                <a:srgbClr val="61A4B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16" name="Rechthoek 33"/>
              <p:cNvSpPr/>
              <p:nvPr/>
            </p:nvSpPr>
            <p:spPr>
              <a:xfrm rot="16200000">
                <a:off x="3323310" y="-168191"/>
                <a:ext cx="211380" cy="547765"/>
              </a:xfrm>
              <a:prstGeom prst="rect">
                <a:avLst/>
              </a:prstGeom>
              <a:solidFill>
                <a:srgbClr val="82D7C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17" name="Rechthoek 34"/>
              <p:cNvSpPr/>
              <p:nvPr/>
            </p:nvSpPr>
            <p:spPr>
              <a:xfrm rot="16200000">
                <a:off x="3954334" y="-168191"/>
                <a:ext cx="211380" cy="547765"/>
              </a:xfrm>
              <a:prstGeom prst="rect">
                <a:avLst/>
              </a:prstGeom>
              <a:solidFill>
                <a:schemeClr val="accent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18" name="Rechthoek 37"/>
              <p:cNvSpPr/>
              <p:nvPr/>
            </p:nvSpPr>
            <p:spPr>
              <a:xfrm rot="16200000">
                <a:off x="4585357" y="-168192"/>
                <a:ext cx="211380" cy="547765"/>
              </a:xfrm>
              <a:prstGeom prst="rect">
                <a:avLst/>
              </a:prstGeom>
              <a:solidFill>
                <a:srgbClr val="99D28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19" name="Rechthoek 38"/>
              <p:cNvSpPr/>
              <p:nvPr/>
            </p:nvSpPr>
            <p:spPr>
              <a:xfrm rot="16200000">
                <a:off x="5216380" y="-168192"/>
                <a:ext cx="211380" cy="547764"/>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320" name="Rechthoek 39"/>
              <p:cNvSpPr/>
              <p:nvPr/>
            </p:nvSpPr>
            <p:spPr>
              <a:xfrm rot="16200000">
                <a:off x="5847403" y="-168193"/>
                <a:ext cx="211380" cy="547765"/>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2331" name="Group 4"/>
          <p:cNvGrpSpPr/>
          <p:nvPr/>
        </p:nvGrpSpPr>
        <p:grpSpPr>
          <a:xfrm>
            <a:off x="698501" y="5884314"/>
            <a:ext cx="1454912" cy="577167"/>
            <a:chOff x="0" y="0"/>
            <a:chExt cx="1454911" cy="577165"/>
          </a:xfrm>
        </p:grpSpPr>
        <p:sp>
          <p:nvSpPr>
            <p:cNvPr id="2323"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2324"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325"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326"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327"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2328"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329"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330"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2332" name="Plaats hier je titel"/>
          <p:cNvSpPr txBox="1">
            <a:spLocks noGrp="1"/>
          </p:cNvSpPr>
          <p:nvPr>
            <p:ph type="title" hasCustomPrompt="1"/>
          </p:nvPr>
        </p:nvSpPr>
        <p:spPr>
          <a:xfrm>
            <a:off x="698500" y="741499"/>
            <a:ext cx="10795000" cy="490401"/>
          </a:xfrm>
          <a:prstGeom prst="rect">
            <a:avLst/>
          </a:prstGeom>
        </p:spPr>
        <p:txBody>
          <a:bodyPr>
            <a:normAutofit/>
          </a:bodyPr>
          <a:lstStyle/>
          <a:p>
            <a:r>
              <a:t>Plaats hier je titel</a:t>
            </a:r>
          </a:p>
        </p:txBody>
      </p:sp>
      <p:sp>
        <p:nvSpPr>
          <p:cNvPr id="2333" name="Slide Number"/>
          <p:cNvSpPr txBox="1">
            <a:spLocks noGrp="1"/>
          </p:cNvSpPr>
          <p:nvPr>
            <p:ph type="sldNum" sz="quarter" idx="2"/>
          </p:nvPr>
        </p:nvSpPr>
        <p:spPr>
          <a:xfrm>
            <a:off x="11289785" y="6246130"/>
            <a:ext cx="182216" cy="172815"/>
          </a:xfrm>
          <a:prstGeom prst="rect">
            <a:avLst/>
          </a:prstGeom>
        </p:spPr>
        <p:txBody>
          <a:bodyPr/>
          <a:lstStyle/>
          <a:p>
            <a:fld id="{86CB4B4D-7CA3-9044-876B-883B54F8677D}" type="slidenum">
              <a:t>‹#›</a:t>
            </a:fld>
            <a:endParaRPr/>
          </a:p>
        </p:txBody>
      </p:sp>
      <p:sp>
        <p:nvSpPr>
          <p:cNvPr id="2334" name="Tekstvak 6"/>
          <p:cNvSpPr txBox="1"/>
          <p:nvPr/>
        </p:nvSpPr>
        <p:spPr>
          <a:xfrm>
            <a:off x="34969" y="-662297"/>
            <a:ext cx="12100562"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t>Grafiek</a:t>
            </a: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Tekst en Tabel">
    <p:spTree>
      <p:nvGrpSpPr>
        <p:cNvPr id="1" name=""/>
        <p:cNvGrpSpPr/>
        <p:nvPr/>
      </p:nvGrpSpPr>
      <p:grpSpPr>
        <a:xfrm>
          <a:off x="0" y="0"/>
          <a:ext cx="0" cy="0"/>
          <a:chOff x="0" y="0"/>
          <a:chExt cx="0" cy="0"/>
        </a:xfrm>
      </p:grpSpPr>
      <p:grpSp>
        <p:nvGrpSpPr>
          <p:cNvPr id="2440" name="Groep 9"/>
          <p:cNvGrpSpPr/>
          <p:nvPr/>
        </p:nvGrpSpPr>
        <p:grpSpPr>
          <a:xfrm>
            <a:off x="2982511" y="-1228655"/>
            <a:ext cx="6226977" cy="490402"/>
            <a:chOff x="0" y="0"/>
            <a:chExt cx="6226976" cy="490400"/>
          </a:xfrm>
        </p:grpSpPr>
        <p:sp>
          <p:nvSpPr>
            <p:cNvPr id="2428" name="Rechthoek 36"/>
            <p:cNvSpPr/>
            <p:nvPr/>
          </p:nvSpPr>
          <p:spPr>
            <a:xfrm rot="16200000">
              <a:off x="3007798" y="-2728777"/>
              <a:ext cx="211380" cy="622697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2439" name="Groep 8"/>
            <p:cNvGrpSpPr/>
            <p:nvPr/>
          </p:nvGrpSpPr>
          <p:grpSpPr>
            <a:xfrm>
              <a:off x="0" y="0"/>
              <a:ext cx="6226975" cy="211381"/>
              <a:chOff x="0" y="0"/>
              <a:chExt cx="6226974" cy="211380"/>
            </a:xfrm>
          </p:grpSpPr>
          <p:sp>
            <p:nvSpPr>
              <p:cNvPr id="2429" name="Rechthoek 6"/>
              <p:cNvSpPr/>
              <p:nvPr/>
            </p:nvSpPr>
            <p:spPr>
              <a:xfrm rot="16200000">
                <a:off x="168192" y="-168191"/>
                <a:ext cx="211380" cy="547765"/>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430" name="Rechthoek 29"/>
              <p:cNvSpPr/>
              <p:nvPr/>
            </p:nvSpPr>
            <p:spPr>
              <a:xfrm rot="16200000">
                <a:off x="799215" y="-168191"/>
                <a:ext cx="211380" cy="547765"/>
              </a:xfrm>
              <a:prstGeom prst="rect">
                <a:avLst/>
              </a:prstGeom>
              <a:solidFill>
                <a:srgbClr val="0066A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431" name="Rechthoek 30"/>
              <p:cNvSpPr/>
              <p:nvPr/>
            </p:nvSpPr>
            <p:spPr>
              <a:xfrm rot="16200000">
                <a:off x="1430239" y="-168191"/>
                <a:ext cx="211380" cy="547765"/>
              </a:xfrm>
              <a:prstGeom prst="rect">
                <a:avLst/>
              </a:prstGeom>
              <a:solidFill>
                <a:srgbClr val="00B7D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432" name="Rechthoek 31"/>
              <p:cNvSpPr/>
              <p:nvPr/>
            </p:nvSpPr>
            <p:spPr>
              <a:xfrm rot="16200000">
                <a:off x="2061263" y="-168191"/>
                <a:ext cx="211380" cy="547765"/>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433" name="Rechthoek 32"/>
              <p:cNvSpPr/>
              <p:nvPr/>
            </p:nvSpPr>
            <p:spPr>
              <a:xfrm rot="16200000">
                <a:off x="2692286" y="-168191"/>
                <a:ext cx="211380" cy="547765"/>
              </a:xfrm>
              <a:prstGeom prst="rect">
                <a:avLst/>
              </a:prstGeom>
              <a:solidFill>
                <a:srgbClr val="61A4B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434" name="Rechthoek 33"/>
              <p:cNvSpPr/>
              <p:nvPr/>
            </p:nvSpPr>
            <p:spPr>
              <a:xfrm rot="16200000">
                <a:off x="3323310" y="-168191"/>
                <a:ext cx="211380" cy="547765"/>
              </a:xfrm>
              <a:prstGeom prst="rect">
                <a:avLst/>
              </a:prstGeom>
              <a:solidFill>
                <a:srgbClr val="82D7C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435" name="Rechthoek 34"/>
              <p:cNvSpPr/>
              <p:nvPr/>
            </p:nvSpPr>
            <p:spPr>
              <a:xfrm rot="16200000">
                <a:off x="3954334" y="-168191"/>
                <a:ext cx="211380" cy="547765"/>
              </a:xfrm>
              <a:prstGeom prst="rect">
                <a:avLst/>
              </a:prstGeom>
              <a:solidFill>
                <a:schemeClr val="accent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436" name="Rechthoek 37"/>
              <p:cNvSpPr/>
              <p:nvPr/>
            </p:nvSpPr>
            <p:spPr>
              <a:xfrm rot="16200000">
                <a:off x="4585357" y="-168192"/>
                <a:ext cx="211380" cy="547765"/>
              </a:xfrm>
              <a:prstGeom prst="rect">
                <a:avLst/>
              </a:prstGeom>
              <a:solidFill>
                <a:srgbClr val="99D28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437" name="Rechthoek 38"/>
              <p:cNvSpPr/>
              <p:nvPr/>
            </p:nvSpPr>
            <p:spPr>
              <a:xfrm rot="16200000">
                <a:off x="5216380" y="-168192"/>
                <a:ext cx="211380" cy="547764"/>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438" name="Rechthoek 39"/>
              <p:cNvSpPr/>
              <p:nvPr/>
            </p:nvSpPr>
            <p:spPr>
              <a:xfrm rot="16200000">
                <a:off x="5847403" y="-168193"/>
                <a:ext cx="211380" cy="547765"/>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2449" name="Group 4"/>
          <p:cNvGrpSpPr/>
          <p:nvPr/>
        </p:nvGrpSpPr>
        <p:grpSpPr>
          <a:xfrm>
            <a:off x="698501" y="5884314"/>
            <a:ext cx="1454912" cy="577167"/>
            <a:chOff x="0" y="0"/>
            <a:chExt cx="1454911" cy="577165"/>
          </a:xfrm>
        </p:grpSpPr>
        <p:sp>
          <p:nvSpPr>
            <p:cNvPr id="2441"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2442"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43"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44"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45"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2446"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47"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48"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2450" name="Rechthoek 290"/>
          <p:cNvSpPr/>
          <p:nvPr/>
        </p:nvSpPr>
        <p:spPr>
          <a:xfrm>
            <a:off x="-12032" y="0"/>
            <a:ext cx="4467918" cy="6858000"/>
          </a:xfrm>
          <a:prstGeom prst="rect">
            <a:avLst/>
          </a:prstGeom>
          <a:solidFill>
            <a:schemeClr val="accent1"/>
          </a:solidFill>
          <a:ln w="12700">
            <a:miter lim="400000"/>
          </a:ln>
        </p:spPr>
        <p:txBody>
          <a:bodyPr lIns="45719" rIns="45719" anchor="ctr"/>
          <a:lstStyle/>
          <a:p>
            <a:pPr algn="ctr">
              <a:defRPr sz="1600">
                <a:solidFill>
                  <a:srgbClr val="FFFFFF"/>
                </a:solidFill>
              </a:defRPr>
            </a:pPr>
            <a:endParaRPr/>
          </a:p>
        </p:txBody>
      </p:sp>
      <p:sp>
        <p:nvSpPr>
          <p:cNvPr id="2451" name="Slide Number"/>
          <p:cNvSpPr txBox="1">
            <a:spLocks noGrp="1"/>
          </p:cNvSpPr>
          <p:nvPr>
            <p:ph type="sldNum" sz="quarter" idx="2"/>
          </p:nvPr>
        </p:nvSpPr>
        <p:spPr>
          <a:xfrm>
            <a:off x="11289785" y="6246130"/>
            <a:ext cx="182216" cy="172815"/>
          </a:xfrm>
          <a:prstGeom prst="rect">
            <a:avLst/>
          </a:prstGeom>
        </p:spPr>
        <p:txBody>
          <a:bodyPr/>
          <a:lstStyle/>
          <a:p>
            <a:fld id="{86CB4B4D-7CA3-9044-876B-883B54F8677D}" type="slidenum">
              <a:t>‹#›</a:t>
            </a:fld>
            <a:endParaRPr/>
          </a:p>
        </p:txBody>
      </p:sp>
      <p:sp>
        <p:nvSpPr>
          <p:cNvPr id="2452" name="Tekstvak 6"/>
          <p:cNvSpPr txBox="1"/>
          <p:nvPr/>
        </p:nvSpPr>
        <p:spPr>
          <a:xfrm>
            <a:off x="34969" y="-662297"/>
            <a:ext cx="12100562"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t>Tekst en Tabel</a:t>
            </a:r>
          </a:p>
        </p:txBody>
      </p:sp>
      <p:sp>
        <p:nvSpPr>
          <p:cNvPr id="2485" name="Plaats hier je titel"/>
          <p:cNvSpPr txBox="1">
            <a:spLocks noGrp="1"/>
          </p:cNvSpPr>
          <p:nvPr>
            <p:ph type="title" hasCustomPrompt="1"/>
          </p:nvPr>
        </p:nvSpPr>
        <p:spPr>
          <a:xfrm>
            <a:off x="698500" y="741499"/>
            <a:ext cx="3147786" cy="490401"/>
          </a:xfrm>
          <a:prstGeom prst="rect">
            <a:avLst/>
          </a:prstGeom>
        </p:spPr>
        <p:txBody>
          <a:bodyPr>
            <a:normAutofit/>
          </a:bodyPr>
          <a:lstStyle>
            <a:lvl1pPr>
              <a:defRPr>
                <a:solidFill>
                  <a:srgbClr val="FFFFFF"/>
                </a:solidFill>
              </a:defRPr>
            </a:lvl1pPr>
          </a:lstStyle>
          <a:p>
            <a:r>
              <a:t>Plaats hier je titel</a:t>
            </a:r>
          </a:p>
        </p:txBody>
      </p:sp>
      <p:sp>
        <p:nvSpPr>
          <p:cNvPr id="2486" name="Body Level One…"/>
          <p:cNvSpPr txBox="1">
            <a:spLocks noGrp="1"/>
          </p:cNvSpPr>
          <p:nvPr>
            <p:ph type="body" sz="quarter" idx="1" hasCustomPrompt="1"/>
          </p:nvPr>
        </p:nvSpPr>
        <p:spPr>
          <a:xfrm>
            <a:off x="698500" y="1591900"/>
            <a:ext cx="3147786" cy="4356464"/>
          </a:xfrm>
          <a:prstGeom prst="rect">
            <a:avLst/>
          </a:prstGeom>
        </p:spPr>
        <p:txBody>
          <a:bodyPr>
            <a:normAutofit/>
          </a:bodyPr>
          <a:lstStyle>
            <a:lvl1pPr>
              <a:buClr>
                <a:srgbClr val="FFFFFF"/>
              </a:buClr>
              <a:defRPr>
                <a:solidFill>
                  <a:srgbClr val="FFFFFF"/>
                </a:solidFill>
              </a:defRPr>
            </a:lvl1pPr>
            <a:lvl2pPr>
              <a:buClr>
                <a:srgbClr val="FFFFFF"/>
              </a:buClr>
              <a:defRPr>
                <a:solidFill>
                  <a:srgbClr val="FFFFFF"/>
                </a:solidFill>
              </a:defRPr>
            </a:lvl2pPr>
            <a:lvl3pPr>
              <a:buClr>
                <a:srgbClr val="FFFFFF"/>
              </a:buClr>
              <a:defRPr>
                <a:solidFill>
                  <a:srgbClr val="FFFFFF"/>
                </a:solidFill>
              </a:defRPr>
            </a:lvl3pPr>
            <a:lvl4pPr>
              <a:buClr>
                <a:srgbClr val="FFFFFF"/>
              </a:buClr>
              <a:defRPr>
                <a:solidFill>
                  <a:srgbClr val="FFFFFF"/>
                </a:solidFill>
              </a:defRPr>
            </a:lvl4pPr>
            <a:lvl5pPr>
              <a:buClr>
                <a:srgbClr val="FFFFFF"/>
              </a:buClr>
              <a:defRPr>
                <a:solidFill>
                  <a:srgbClr val="FFFFFF"/>
                </a:solidFill>
              </a:defRPr>
            </a:lvl5pPr>
          </a:lstStyle>
          <a:p>
            <a:r>
              <a:t>Klik hier om een bullet te plaatsen.</a:t>
            </a:r>
          </a:p>
          <a:p>
            <a:pPr lvl="1"/>
            <a:endParaRPr/>
          </a:p>
          <a:p>
            <a:pPr lvl="2"/>
            <a:endParaRPr/>
          </a:p>
          <a:p>
            <a:pPr lvl="3"/>
            <a:endParaRPr/>
          </a:p>
          <a:p>
            <a:pPr lvl="4"/>
            <a:endParaRPr/>
          </a:p>
        </p:txBody>
      </p:sp>
      <p:pic>
        <p:nvPicPr>
          <p:cNvPr id="197" name="Graphic 196">
            <a:extLst>
              <a:ext uri="{FF2B5EF4-FFF2-40B4-BE49-F238E27FC236}">
                <a16:creationId xmlns:a16="http://schemas.microsoft.com/office/drawing/2014/main" id="{626F2F90-4D26-8C4B-A3B7-8C399CF807B2}"/>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4800" y="5846400"/>
            <a:ext cx="1461599" cy="1033080"/>
          </a:xfrm>
          <a:prstGeom prst="rect">
            <a:avLst/>
          </a:prstGeom>
        </p:spPr>
      </p:pic>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Tabel">
    <p:spTree>
      <p:nvGrpSpPr>
        <p:cNvPr id="1" name=""/>
        <p:cNvGrpSpPr/>
        <p:nvPr/>
      </p:nvGrpSpPr>
      <p:grpSpPr>
        <a:xfrm>
          <a:off x="0" y="0"/>
          <a:ext cx="0" cy="0"/>
          <a:chOff x="0" y="0"/>
          <a:chExt cx="0" cy="0"/>
        </a:xfrm>
      </p:grpSpPr>
      <p:grpSp>
        <p:nvGrpSpPr>
          <p:cNvPr id="2640" name="Groep 9"/>
          <p:cNvGrpSpPr/>
          <p:nvPr/>
        </p:nvGrpSpPr>
        <p:grpSpPr>
          <a:xfrm>
            <a:off x="2982511" y="-1228655"/>
            <a:ext cx="6226977" cy="490402"/>
            <a:chOff x="0" y="0"/>
            <a:chExt cx="6226976" cy="490400"/>
          </a:xfrm>
        </p:grpSpPr>
        <p:sp>
          <p:nvSpPr>
            <p:cNvPr id="2628" name="Rechthoek 36"/>
            <p:cNvSpPr/>
            <p:nvPr/>
          </p:nvSpPr>
          <p:spPr>
            <a:xfrm rot="16200000">
              <a:off x="3007798" y="-2728777"/>
              <a:ext cx="211380" cy="622697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2639" name="Groep 8"/>
            <p:cNvGrpSpPr/>
            <p:nvPr/>
          </p:nvGrpSpPr>
          <p:grpSpPr>
            <a:xfrm>
              <a:off x="0" y="0"/>
              <a:ext cx="6226975" cy="211381"/>
              <a:chOff x="0" y="0"/>
              <a:chExt cx="6226974" cy="211380"/>
            </a:xfrm>
          </p:grpSpPr>
          <p:sp>
            <p:nvSpPr>
              <p:cNvPr id="2629" name="Rechthoek 6"/>
              <p:cNvSpPr/>
              <p:nvPr/>
            </p:nvSpPr>
            <p:spPr>
              <a:xfrm rot="16200000">
                <a:off x="168192" y="-168191"/>
                <a:ext cx="211380" cy="547765"/>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630" name="Rechthoek 29"/>
              <p:cNvSpPr/>
              <p:nvPr/>
            </p:nvSpPr>
            <p:spPr>
              <a:xfrm rot="16200000">
                <a:off x="799215" y="-168191"/>
                <a:ext cx="211380" cy="547765"/>
              </a:xfrm>
              <a:prstGeom prst="rect">
                <a:avLst/>
              </a:prstGeom>
              <a:solidFill>
                <a:srgbClr val="0066A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631" name="Rechthoek 30"/>
              <p:cNvSpPr/>
              <p:nvPr/>
            </p:nvSpPr>
            <p:spPr>
              <a:xfrm rot="16200000">
                <a:off x="1430239" y="-168191"/>
                <a:ext cx="211380" cy="547765"/>
              </a:xfrm>
              <a:prstGeom prst="rect">
                <a:avLst/>
              </a:prstGeom>
              <a:solidFill>
                <a:srgbClr val="00B7D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632" name="Rechthoek 31"/>
              <p:cNvSpPr/>
              <p:nvPr/>
            </p:nvSpPr>
            <p:spPr>
              <a:xfrm rot="16200000">
                <a:off x="2061263" y="-168191"/>
                <a:ext cx="211380" cy="547765"/>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633" name="Rechthoek 32"/>
              <p:cNvSpPr/>
              <p:nvPr/>
            </p:nvSpPr>
            <p:spPr>
              <a:xfrm rot="16200000">
                <a:off x="2692286" y="-168191"/>
                <a:ext cx="211380" cy="547765"/>
              </a:xfrm>
              <a:prstGeom prst="rect">
                <a:avLst/>
              </a:prstGeom>
              <a:solidFill>
                <a:srgbClr val="61A4B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634" name="Rechthoek 33"/>
              <p:cNvSpPr/>
              <p:nvPr/>
            </p:nvSpPr>
            <p:spPr>
              <a:xfrm rot="16200000">
                <a:off x="3323310" y="-168191"/>
                <a:ext cx="211380" cy="547765"/>
              </a:xfrm>
              <a:prstGeom prst="rect">
                <a:avLst/>
              </a:prstGeom>
              <a:solidFill>
                <a:srgbClr val="82D7C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635" name="Rechthoek 34"/>
              <p:cNvSpPr/>
              <p:nvPr/>
            </p:nvSpPr>
            <p:spPr>
              <a:xfrm rot="16200000">
                <a:off x="3954334" y="-168191"/>
                <a:ext cx="211380" cy="547765"/>
              </a:xfrm>
              <a:prstGeom prst="rect">
                <a:avLst/>
              </a:prstGeom>
              <a:solidFill>
                <a:schemeClr val="accent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636" name="Rechthoek 37"/>
              <p:cNvSpPr/>
              <p:nvPr/>
            </p:nvSpPr>
            <p:spPr>
              <a:xfrm rot="16200000">
                <a:off x="4585357" y="-168192"/>
                <a:ext cx="211380" cy="547765"/>
              </a:xfrm>
              <a:prstGeom prst="rect">
                <a:avLst/>
              </a:prstGeom>
              <a:solidFill>
                <a:srgbClr val="99D28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637" name="Rechthoek 38"/>
              <p:cNvSpPr/>
              <p:nvPr/>
            </p:nvSpPr>
            <p:spPr>
              <a:xfrm rot="16200000">
                <a:off x="5216380" y="-168192"/>
                <a:ext cx="211380" cy="547764"/>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638" name="Rechthoek 39"/>
              <p:cNvSpPr/>
              <p:nvPr/>
            </p:nvSpPr>
            <p:spPr>
              <a:xfrm rot="16200000">
                <a:off x="5847403" y="-168193"/>
                <a:ext cx="211380" cy="547765"/>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2649" name="Group 4"/>
          <p:cNvGrpSpPr/>
          <p:nvPr/>
        </p:nvGrpSpPr>
        <p:grpSpPr>
          <a:xfrm>
            <a:off x="698501" y="5884314"/>
            <a:ext cx="1454912" cy="577167"/>
            <a:chOff x="0" y="0"/>
            <a:chExt cx="1454911" cy="577165"/>
          </a:xfrm>
        </p:grpSpPr>
        <p:sp>
          <p:nvSpPr>
            <p:cNvPr id="2641"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2642"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643"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644"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645"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2646"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647"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648"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2650" name="Plaats hier je titel"/>
          <p:cNvSpPr txBox="1">
            <a:spLocks noGrp="1"/>
          </p:cNvSpPr>
          <p:nvPr>
            <p:ph type="title" hasCustomPrompt="1"/>
          </p:nvPr>
        </p:nvSpPr>
        <p:spPr>
          <a:xfrm>
            <a:off x="698500" y="741499"/>
            <a:ext cx="10775071" cy="490401"/>
          </a:xfrm>
          <a:prstGeom prst="rect">
            <a:avLst/>
          </a:prstGeom>
        </p:spPr>
        <p:txBody>
          <a:bodyPr>
            <a:normAutofit/>
          </a:bodyPr>
          <a:lstStyle/>
          <a:p>
            <a:r>
              <a:t>Plaats hier je titel</a:t>
            </a:r>
          </a:p>
        </p:txBody>
      </p:sp>
      <p:sp>
        <p:nvSpPr>
          <p:cNvPr id="2651" name="Slide Number"/>
          <p:cNvSpPr txBox="1">
            <a:spLocks noGrp="1"/>
          </p:cNvSpPr>
          <p:nvPr>
            <p:ph type="sldNum" sz="quarter" idx="2"/>
          </p:nvPr>
        </p:nvSpPr>
        <p:spPr>
          <a:xfrm>
            <a:off x="11289785" y="6246130"/>
            <a:ext cx="182216" cy="172815"/>
          </a:xfrm>
          <a:prstGeom prst="rect">
            <a:avLst/>
          </a:prstGeom>
        </p:spPr>
        <p:txBody>
          <a:bodyPr/>
          <a:lstStyle/>
          <a:p>
            <a:fld id="{86CB4B4D-7CA3-9044-876B-883B54F8677D}" type="slidenum">
              <a:t>‹#›</a:t>
            </a:fld>
            <a:endParaRPr/>
          </a:p>
        </p:txBody>
      </p:sp>
      <p:sp>
        <p:nvSpPr>
          <p:cNvPr id="2652" name="Tekstvak 6"/>
          <p:cNvSpPr txBox="1"/>
          <p:nvPr/>
        </p:nvSpPr>
        <p:spPr>
          <a:xfrm>
            <a:off x="34969" y="-662297"/>
            <a:ext cx="12100562"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t>Tabel</a:t>
            </a: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elpagina">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EC091C66-A822-464B-80B7-A8CF7835BC01}"/>
              </a:ext>
            </a:extLst>
          </p:cNvPr>
          <p:cNvSpPr/>
          <p:nvPr userDrawn="1"/>
        </p:nvSpPr>
        <p:spPr>
          <a:xfrm>
            <a:off x="-10750" y="0"/>
            <a:ext cx="1220275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 name="Titel 5"/>
          <p:cNvSpPr>
            <a:spLocks noGrp="1"/>
          </p:cNvSpPr>
          <p:nvPr>
            <p:ph type="title"/>
          </p:nvPr>
        </p:nvSpPr>
        <p:spPr>
          <a:xfrm>
            <a:off x="2153413" y="3879852"/>
            <a:ext cx="9358256" cy="1621063"/>
          </a:xfrm>
        </p:spPr>
        <p:txBody>
          <a:bodyPr anchor="b"/>
          <a:lstStyle>
            <a:lvl1pPr algn="r">
              <a:defRPr sz="3800">
                <a:solidFill>
                  <a:schemeClr val="bg1"/>
                </a:solidFill>
              </a:defRPr>
            </a:lvl1pPr>
          </a:lstStyle>
          <a:p>
            <a:r>
              <a:rPr lang="en-US"/>
              <a:t>Click to edit Master title style</a:t>
            </a:r>
            <a:endParaRPr lang="nl-NL" dirty="0"/>
          </a:p>
        </p:txBody>
      </p:sp>
      <p:sp>
        <p:nvSpPr>
          <p:cNvPr id="40" name="Ondertitel 2">
            <a:extLst>
              <a:ext uri="{FF2B5EF4-FFF2-40B4-BE49-F238E27FC236}">
                <a16:creationId xmlns:a16="http://schemas.microsoft.com/office/drawing/2014/main" id="{DCA2E186-C179-48A4-9379-03A230273DAC}"/>
              </a:ext>
            </a:extLst>
          </p:cNvPr>
          <p:cNvSpPr>
            <a:spLocks noGrp="1"/>
          </p:cNvSpPr>
          <p:nvPr>
            <p:ph type="subTitle" idx="1"/>
          </p:nvPr>
        </p:nvSpPr>
        <p:spPr>
          <a:xfrm>
            <a:off x="7782466" y="5664394"/>
            <a:ext cx="3729203" cy="248472"/>
          </a:xfrm>
        </p:spPr>
        <p:txBody>
          <a:bodyPr anchor="ctr"/>
          <a:lstStyle>
            <a:lvl1pPr marL="0" indent="0" algn="r">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grpSp>
        <p:nvGrpSpPr>
          <p:cNvPr id="71" name="Groep 70">
            <a:extLst>
              <a:ext uri="{FF2B5EF4-FFF2-40B4-BE49-F238E27FC236}">
                <a16:creationId xmlns:a16="http://schemas.microsoft.com/office/drawing/2014/main" id="{5BA6ADDA-A3D9-4F53-A15C-EF832D58A10A}"/>
              </a:ext>
            </a:extLst>
          </p:cNvPr>
          <p:cNvGrpSpPr/>
          <p:nvPr userDrawn="1"/>
        </p:nvGrpSpPr>
        <p:grpSpPr>
          <a:xfrm>
            <a:off x="-7461" y="-1785440"/>
            <a:ext cx="2591201" cy="1583828"/>
            <a:chOff x="-7461" y="-3153547"/>
            <a:chExt cx="2591201" cy="1583828"/>
          </a:xfrm>
        </p:grpSpPr>
        <p:sp>
          <p:nvSpPr>
            <p:cNvPr id="72" name="Rechthoek 71">
              <a:extLst>
                <a:ext uri="{FF2B5EF4-FFF2-40B4-BE49-F238E27FC236}">
                  <a16:creationId xmlns:a16="http://schemas.microsoft.com/office/drawing/2014/main" id="{70CDFA3A-CBF0-451D-856A-4820DC88F6AA}"/>
                </a:ext>
              </a:extLst>
            </p:cNvPr>
            <p:cNvSpPr/>
            <p:nvPr userDrawn="1"/>
          </p:nvSpPr>
          <p:spPr>
            <a:xfrm>
              <a:off x="-7461" y="-3153547"/>
              <a:ext cx="2591201" cy="1583828"/>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1400" b="1" cap="all" baseline="0" dirty="0">
                <a:solidFill>
                  <a:schemeClr val="bg1"/>
                </a:solidFill>
                <a:latin typeface="Calibri" panose="020F0502020204030204" pitchFamily="34" charset="0"/>
                <a:cs typeface="Calibri" panose="020F0502020204030204" pitchFamily="34" charset="0"/>
              </a:endParaRPr>
            </a:p>
          </p:txBody>
        </p:sp>
        <p:sp>
          <p:nvSpPr>
            <p:cNvPr id="73" name="Rechthoek 72">
              <a:extLst>
                <a:ext uri="{FF2B5EF4-FFF2-40B4-BE49-F238E27FC236}">
                  <a16:creationId xmlns:a16="http://schemas.microsoft.com/office/drawing/2014/main" id="{0F2CA7F3-0C71-4B73-955D-8C282A15765C}"/>
                </a:ext>
              </a:extLst>
            </p:cNvPr>
            <p:cNvSpPr/>
            <p:nvPr userDrawn="1"/>
          </p:nvSpPr>
          <p:spPr>
            <a:xfrm>
              <a:off x="90810" y="-3050990"/>
              <a:ext cx="2412000" cy="252000"/>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0" bIns="108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400" b="1" cap="all" baseline="0" dirty="0">
                  <a:solidFill>
                    <a:schemeClr val="bg1"/>
                  </a:solidFill>
                  <a:latin typeface="Calibri" panose="020F0502020204030204" pitchFamily="34" charset="0"/>
                  <a:cs typeface="Calibri" panose="020F0502020204030204" pitchFamily="34" charset="0"/>
                </a:rPr>
                <a:t>Kleuren aanpassen (vlam)</a:t>
              </a:r>
            </a:p>
          </p:txBody>
        </p:sp>
        <p:sp>
          <p:nvSpPr>
            <p:cNvPr id="74" name="Ovaal 73">
              <a:extLst>
                <a:ext uri="{FF2B5EF4-FFF2-40B4-BE49-F238E27FC236}">
                  <a16:creationId xmlns:a16="http://schemas.microsoft.com/office/drawing/2014/main" id="{44DA4C16-C8D1-41C4-83FD-C40B0D779596}"/>
                </a:ext>
              </a:extLst>
            </p:cNvPr>
            <p:cNvSpPr/>
            <p:nvPr userDrawn="1"/>
          </p:nvSpPr>
          <p:spPr>
            <a:xfrm>
              <a:off x="90809" y="-2650284"/>
              <a:ext cx="260914" cy="259683"/>
            </a:xfrm>
            <a:prstGeom prst="ellipse">
              <a:avLst/>
            </a:prstGeom>
            <a:solidFill>
              <a:srgbClr val="211F26"/>
            </a:solidFill>
            <a:ln w="25400"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r>
                <a:rPr kumimoji="0" lang="nl-NL" sz="1200" b="1"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rPr>
                <a:t>1</a:t>
              </a:r>
            </a:p>
          </p:txBody>
        </p:sp>
        <p:sp>
          <p:nvSpPr>
            <p:cNvPr id="75" name="Rechthoek 74">
              <a:extLst>
                <a:ext uri="{FF2B5EF4-FFF2-40B4-BE49-F238E27FC236}">
                  <a16:creationId xmlns:a16="http://schemas.microsoft.com/office/drawing/2014/main" id="{DE7F7FF9-5EF0-491D-BD4C-1E24A4181072}"/>
                </a:ext>
              </a:extLst>
            </p:cNvPr>
            <p:cNvSpPr/>
            <p:nvPr userDrawn="1"/>
          </p:nvSpPr>
          <p:spPr>
            <a:xfrm>
              <a:off x="456491" y="-2650284"/>
              <a:ext cx="2067634" cy="360933"/>
            </a:xfrm>
            <a:prstGeom prst="rect">
              <a:avLst/>
            </a:prstGeom>
            <a:noFill/>
            <a:ln w="25400" cap="flat" cmpd="sng" algn="ctr">
              <a:noFill/>
              <a:prstDash val="solid"/>
            </a:ln>
            <a:effectLst/>
          </p:spPr>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Selecteer de vlam. Klik </a:t>
              </a:r>
              <a:r>
                <a:rPr kumimoji="0" lang="nl-NL" sz="1100" b="0" i="0" u="none" strike="noStrike" kern="0" cap="none" spc="0" normalizeH="0" baseline="0" noProof="0" dirty="0" err="1">
                  <a:ln>
                    <a:noFill/>
                  </a:ln>
                  <a:solidFill>
                    <a:srgbClr val="211F26"/>
                  </a:solidFill>
                  <a:effectLst/>
                  <a:uLnTx/>
                  <a:uFillTx/>
                  <a:latin typeface="Calibri" panose="020F0502020204030204" pitchFamily="34" charset="0"/>
                  <a:ea typeface="+mn-ea"/>
                  <a:cs typeface="Calibri" panose="020F0502020204030204" pitchFamily="34" charset="0"/>
                </a:rPr>
                <a:t>rechter-muisknop</a:t>
              </a:r>
              <a:r>
                <a:rPr kumimoji="0" lang="nl-NL" sz="11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 en kies </a:t>
              </a:r>
              <a:r>
                <a:rPr kumimoji="0" lang="nl-NL" sz="1100" b="1"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‘Opvulling’</a:t>
              </a:r>
              <a:r>
                <a:rPr kumimoji="0" lang="nl-NL" sz="11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 </a:t>
              </a:r>
            </a:p>
          </p:txBody>
        </p:sp>
        <p:sp>
          <p:nvSpPr>
            <p:cNvPr id="76" name="Ovaal 75">
              <a:extLst>
                <a:ext uri="{FF2B5EF4-FFF2-40B4-BE49-F238E27FC236}">
                  <a16:creationId xmlns:a16="http://schemas.microsoft.com/office/drawing/2014/main" id="{343F3D1A-8BC5-42E7-8D9D-5C8679D78453}"/>
                </a:ext>
              </a:extLst>
            </p:cNvPr>
            <p:cNvSpPr/>
            <p:nvPr userDrawn="1"/>
          </p:nvSpPr>
          <p:spPr>
            <a:xfrm>
              <a:off x="90809" y="-2213959"/>
              <a:ext cx="260914" cy="259683"/>
            </a:xfrm>
            <a:prstGeom prst="ellipse">
              <a:avLst/>
            </a:prstGeom>
            <a:solidFill>
              <a:srgbClr val="211F26"/>
            </a:solidFill>
            <a:ln w="25400"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r>
                <a:rPr kumimoji="0" lang="nl-NL" sz="1200" b="1"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rPr>
                <a:t>2</a:t>
              </a:r>
            </a:p>
          </p:txBody>
        </p:sp>
        <p:sp>
          <p:nvSpPr>
            <p:cNvPr id="77" name="Rechthoek 76">
              <a:extLst>
                <a:ext uri="{FF2B5EF4-FFF2-40B4-BE49-F238E27FC236}">
                  <a16:creationId xmlns:a16="http://schemas.microsoft.com/office/drawing/2014/main" id="{FD1FC273-C632-4732-A84A-5B6C6EC08D44}"/>
                </a:ext>
              </a:extLst>
            </p:cNvPr>
            <p:cNvSpPr/>
            <p:nvPr userDrawn="1"/>
          </p:nvSpPr>
          <p:spPr>
            <a:xfrm>
              <a:off x="456491" y="-2213958"/>
              <a:ext cx="2067634" cy="586424"/>
            </a:xfrm>
            <a:prstGeom prst="rect">
              <a:avLst/>
            </a:prstGeom>
            <a:noFill/>
            <a:ln w="25400" cap="flat" cmpd="sng" algn="ctr">
              <a:noFill/>
              <a:prstDash val="solid"/>
            </a:ln>
            <a:effectLst/>
          </p:spPr>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Kies een van de themakleuren of klik op </a:t>
              </a:r>
              <a:r>
                <a:rPr kumimoji="0" lang="nl-NL" sz="1100" b="1"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‘Pipet’</a:t>
              </a:r>
              <a:r>
                <a:rPr kumimoji="0" lang="nl-NL" sz="11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 en kies een van de kleuren die hiernaast staan. </a:t>
              </a:r>
              <a:endParaRPr kumimoji="0" lang="nl-NL" sz="1100" b="1"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endParaRPr>
            </a:p>
          </p:txBody>
        </p:sp>
      </p:grpSp>
      <p:sp>
        <p:nvSpPr>
          <p:cNvPr id="50" name="Tijdelijke aanduiding voor tekst 49">
            <a:extLst>
              <a:ext uri="{FF2B5EF4-FFF2-40B4-BE49-F238E27FC236}">
                <a16:creationId xmlns:a16="http://schemas.microsoft.com/office/drawing/2014/main" id="{2ECA0797-017C-7F4F-85C9-1B518C2D7E44}"/>
              </a:ext>
            </a:extLst>
          </p:cNvPr>
          <p:cNvSpPr>
            <a:spLocks noGrp="1"/>
          </p:cNvSpPr>
          <p:nvPr>
            <p:ph type="body" sz="quarter" idx="17" hasCustomPrompt="1"/>
          </p:nvPr>
        </p:nvSpPr>
        <p:spPr>
          <a:xfrm>
            <a:off x="-10751" y="0"/>
            <a:ext cx="12202751" cy="6858000"/>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3"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99D28C"/>
          </a:solidFill>
        </p:spPr>
        <p:txBody>
          <a:bodyPr wrap="square">
            <a:noAutofit/>
          </a:bodyPr>
          <a:lstStyle>
            <a:lvl1pPr marL="0" indent="0">
              <a:buNone/>
              <a:defRPr/>
            </a:lvl1pPr>
          </a:lstStyle>
          <a:p>
            <a:pPr lvl="0"/>
            <a:r>
              <a:rPr lang="nl-NL" dirty="0"/>
              <a:t>  </a:t>
            </a:r>
          </a:p>
        </p:txBody>
      </p:sp>
      <p:pic>
        <p:nvPicPr>
          <p:cNvPr id="16" name="Graphic 15">
            <a:extLst>
              <a:ext uri="{FF2B5EF4-FFF2-40B4-BE49-F238E27FC236}">
                <a16:creationId xmlns:a16="http://schemas.microsoft.com/office/drawing/2014/main" id="{265046F8-6E49-F84F-8653-D5C1E78CC629}"/>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4800" y="5846400"/>
            <a:ext cx="1461599" cy="1033080"/>
          </a:xfrm>
          <a:prstGeom prst="rect">
            <a:avLst/>
          </a:prstGeom>
        </p:spPr>
      </p:pic>
    </p:spTree>
    <p:extLst>
      <p:ext uri="{BB962C8B-B14F-4D97-AF65-F5344CB8AC3E}">
        <p14:creationId xmlns:p14="http://schemas.microsoft.com/office/powerpoint/2010/main" val="3228771195"/>
      </p:ext>
    </p:extLst>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ekst (Blauw)">
    <p:spTree>
      <p:nvGrpSpPr>
        <p:cNvPr id="1" name=""/>
        <p:cNvGrpSpPr/>
        <p:nvPr/>
      </p:nvGrpSpPr>
      <p:grpSpPr>
        <a:xfrm>
          <a:off x="0" y="0"/>
          <a:ext cx="0" cy="0"/>
          <a:chOff x="0" y="0"/>
          <a:chExt cx="0" cy="0"/>
        </a:xfrm>
      </p:grpSpPr>
      <p:sp>
        <p:nvSpPr>
          <p:cNvPr id="22" name="Rechthoek 21">
            <a:extLst>
              <a:ext uri="{FF2B5EF4-FFF2-40B4-BE49-F238E27FC236}">
                <a16:creationId xmlns:a16="http://schemas.microsoft.com/office/drawing/2014/main" id="{E493D16D-3009-48A7-8CAE-D76DFD02422C}"/>
              </a:ext>
            </a:extLst>
          </p:cNvPr>
          <p:cNvSpPr/>
          <p:nvPr userDrawn="1"/>
        </p:nvSpPr>
        <p:spPr>
          <a:xfrm>
            <a:off x="-10750" y="0"/>
            <a:ext cx="1220275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4" name="Tijdelijke aanduiding voor tekst 183">
            <a:extLst>
              <a:ext uri="{FF2B5EF4-FFF2-40B4-BE49-F238E27FC236}">
                <a16:creationId xmlns:a16="http://schemas.microsoft.com/office/drawing/2014/main" id="{53F1B21A-CF3B-6441-A870-5260B9155006}"/>
              </a:ext>
            </a:extLst>
          </p:cNvPr>
          <p:cNvSpPr>
            <a:spLocks noGrp="1"/>
          </p:cNvSpPr>
          <p:nvPr>
            <p:ph type="body" sz="quarter" idx="14" hasCustomPrompt="1"/>
          </p:nvPr>
        </p:nvSpPr>
        <p:spPr>
          <a:xfrm>
            <a:off x="2" y="-11608"/>
            <a:ext cx="12191998" cy="6869608"/>
          </a:xfrm>
          <a:custGeom>
            <a:avLst/>
            <a:gdLst>
              <a:gd name="connsiteX0" fmla="*/ 3185333 w 12191998"/>
              <a:gd name="connsiteY0" fmla="*/ 0 h 6869608"/>
              <a:gd name="connsiteX1" fmla="*/ 8925946 w 12191998"/>
              <a:gd name="connsiteY1" fmla="*/ 0 h 6869608"/>
              <a:gd name="connsiteX2" fmla="*/ 8948177 w 12191998"/>
              <a:gd name="connsiteY2" fmla="*/ 48565 h 6869608"/>
              <a:gd name="connsiteX3" fmla="*/ 11992586 w 12191998"/>
              <a:gd name="connsiteY3" fmla="*/ 1044578 h 6869608"/>
              <a:gd name="connsiteX4" fmla="*/ 12191998 w 12191998"/>
              <a:gd name="connsiteY4" fmla="*/ 989575 h 6869608"/>
              <a:gd name="connsiteX5" fmla="*/ 12191998 w 12191998"/>
              <a:gd name="connsiteY5" fmla="*/ 6196705 h 6869608"/>
              <a:gd name="connsiteX6" fmla="*/ 11851510 w 12191998"/>
              <a:gd name="connsiteY6" fmla="*/ 6626723 h 6869608"/>
              <a:gd name="connsiteX7" fmla="*/ 11646947 w 12191998"/>
              <a:gd name="connsiteY7" fmla="*/ 6869608 h 6869608"/>
              <a:gd name="connsiteX8" fmla="*/ 6613960 w 12191998"/>
              <a:gd name="connsiteY8" fmla="*/ 6869608 h 6869608"/>
              <a:gd name="connsiteX9" fmla="*/ 6636609 w 12191998"/>
              <a:gd name="connsiteY9" fmla="*/ 6805697 h 6869608"/>
              <a:gd name="connsiteX10" fmla="*/ 7241039 w 12191998"/>
              <a:gd name="connsiteY10" fmla="*/ 4210206 h 6869608"/>
              <a:gd name="connsiteX11" fmla="*/ 7198578 w 12191998"/>
              <a:gd name="connsiteY11" fmla="*/ 3111481 h 6869608"/>
              <a:gd name="connsiteX12" fmla="*/ 6593496 w 12191998"/>
              <a:gd name="connsiteY12" fmla="*/ 3838657 h 6869608"/>
              <a:gd name="connsiteX13" fmla="*/ 1147743 w 12191998"/>
              <a:gd name="connsiteY13" fmla="*/ 4894917 h 6869608"/>
              <a:gd name="connsiteX14" fmla="*/ 3182435 w 12191998"/>
              <a:gd name="connsiteY14" fmla="*/ 5149 h 6869608"/>
              <a:gd name="connsiteX15" fmla="*/ 0 w 12191998"/>
              <a:gd name="connsiteY15" fmla="*/ 0 h 6869608"/>
              <a:gd name="connsiteX16" fmla="*/ 1541390 w 12191998"/>
              <a:gd name="connsiteY16" fmla="*/ 0 h 6869608"/>
              <a:gd name="connsiteX17" fmla="*/ 1224979 w 12191998"/>
              <a:gd name="connsiteY17" fmla="*/ 267087 h 6869608"/>
              <a:gd name="connsiteX18" fmla="*/ 354211 w 12191998"/>
              <a:gd name="connsiteY18" fmla="*/ 947343 h 6869608"/>
              <a:gd name="connsiteX19" fmla="*/ 0 w 12191998"/>
              <a:gd name="connsiteY19" fmla="*/ 1210989 h 6869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1998" h="6869608">
                <a:moveTo>
                  <a:pt x="3185333" y="0"/>
                </a:moveTo>
                <a:lnTo>
                  <a:pt x="8925946" y="0"/>
                </a:lnTo>
                <a:lnTo>
                  <a:pt x="8948177" y="48565"/>
                </a:lnTo>
                <a:cubicBezTo>
                  <a:pt x="9485809" y="1122949"/>
                  <a:pt x="10723864" y="1348553"/>
                  <a:pt x="11992586" y="1044578"/>
                </a:cubicBezTo>
                <a:lnTo>
                  <a:pt x="12191998" y="989575"/>
                </a:lnTo>
                <a:lnTo>
                  <a:pt x="12191998" y="6196705"/>
                </a:lnTo>
                <a:lnTo>
                  <a:pt x="11851510" y="6626723"/>
                </a:lnTo>
                <a:lnTo>
                  <a:pt x="11646947" y="6869608"/>
                </a:lnTo>
                <a:lnTo>
                  <a:pt x="6613960" y="6869608"/>
                </a:lnTo>
                <a:lnTo>
                  <a:pt x="6636609" y="6805697"/>
                </a:lnTo>
                <a:cubicBezTo>
                  <a:pt x="6886291" y="6046491"/>
                  <a:pt x="7073513" y="5195475"/>
                  <a:pt x="7241039" y="4210206"/>
                </a:cubicBezTo>
                <a:cubicBezTo>
                  <a:pt x="7325965" y="3711264"/>
                  <a:pt x="7331269" y="3159250"/>
                  <a:pt x="7198578" y="3111481"/>
                </a:cubicBezTo>
                <a:cubicBezTo>
                  <a:pt x="7012804" y="3047785"/>
                  <a:pt x="6864186" y="3355642"/>
                  <a:pt x="6593496" y="3838657"/>
                </a:cubicBezTo>
                <a:cubicBezTo>
                  <a:pt x="5579714" y="5590242"/>
                  <a:pt x="2288907" y="7617838"/>
                  <a:pt x="1147743" y="4894917"/>
                </a:cubicBezTo>
                <a:cubicBezTo>
                  <a:pt x="486928" y="3322469"/>
                  <a:pt x="2068305" y="1869445"/>
                  <a:pt x="3182435" y="5149"/>
                </a:cubicBezTo>
                <a:close/>
                <a:moveTo>
                  <a:pt x="0" y="0"/>
                </a:moveTo>
                <a:lnTo>
                  <a:pt x="1541390" y="0"/>
                </a:lnTo>
                <a:lnTo>
                  <a:pt x="1224979" y="267087"/>
                </a:lnTo>
                <a:cubicBezTo>
                  <a:pt x="944161" y="496828"/>
                  <a:pt x="652150" y="722628"/>
                  <a:pt x="354211" y="947343"/>
                </a:cubicBezTo>
                <a:lnTo>
                  <a:pt x="0" y="1210989"/>
                </a:lnTo>
                <a:close/>
              </a:path>
            </a:pathLst>
          </a:custGeom>
          <a:solidFill>
            <a:srgbClr val="00B7D3"/>
          </a:solidFill>
        </p:spPr>
        <p:txBody>
          <a:bodyPr wrap="square">
            <a:noAutofit/>
          </a:bodyPr>
          <a:lstStyle>
            <a:lvl1pPr marL="0" indent="0">
              <a:buNone/>
              <a:defRPr/>
            </a:lvl1pPr>
          </a:lstStyle>
          <a:p>
            <a:pPr lvl="0"/>
            <a:r>
              <a:rPr lang="nl-NL" dirty="0"/>
              <a:t>  </a:t>
            </a:r>
            <a:endParaRPr lang="en-GB" dirty="0"/>
          </a:p>
        </p:txBody>
      </p:sp>
      <p:sp>
        <p:nvSpPr>
          <p:cNvPr id="3" name="Tijdelijke aanduiding voor verticale tekst 2"/>
          <p:cNvSpPr>
            <a:spLocks noGrp="1"/>
          </p:cNvSpPr>
          <p:nvPr>
            <p:ph type="body" orient="vert" idx="1"/>
          </p:nvPr>
        </p:nvSpPr>
        <p:spPr>
          <a:xfrm>
            <a:off x="698499" y="718513"/>
            <a:ext cx="10798175" cy="5229851"/>
          </a:xfrm>
        </p:spPr>
        <p:txBody>
          <a:bodyPr vert="horz" lIns="0" tIns="0" rIns="0" bIns="0" anchor="ctr" anchorCtr="0"/>
          <a:lstStyle>
            <a:lvl1pPr marL="0" indent="0" algn="ctr">
              <a:buClr>
                <a:schemeClr val="bg1"/>
              </a:buClr>
              <a:buNone/>
              <a:defRPr sz="4400" i="0">
                <a:solidFill>
                  <a:schemeClr val="bg1"/>
                </a:solidFill>
                <a:latin typeface="+mj-lt"/>
              </a:defRPr>
            </a:lvl1pPr>
            <a:lvl2pPr marL="0" indent="0" algn="ctr">
              <a:buClr>
                <a:schemeClr val="bg1"/>
              </a:buClr>
              <a:buNone/>
              <a:defRPr sz="3600" i="0">
                <a:solidFill>
                  <a:schemeClr val="bg1"/>
                </a:solidFill>
              </a:defRPr>
            </a:lvl2pPr>
            <a:lvl3pPr marL="0" indent="0" algn="ctr">
              <a:buFont typeface="Arial" panose="020B0604020202020204" pitchFamily="34" charset="0"/>
              <a:buNone/>
              <a:defRPr sz="3600" i="0">
                <a:solidFill>
                  <a:schemeClr val="bg1"/>
                </a:solidFill>
              </a:defRPr>
            </a:lvl3pPr>
            <a:lvl4pPr marL="0" indent="0" algn="ctr">
              <a:buFont typeface="Arial" panose="020B0604020202020204" pitchFamily="34" charset="0"/>
              <a:buNone/>
              <a:defRPr sz="3600" i="0">
                <a:solidFill>
                  <a:schemeClr val="bg1"/>
                </a:solidFill>
              </a:defRPr>
            </a:lvl4pPr>
            <a:lvl5pPr marL="0" indent="0" algn="ctr">
              <a:buClr>
                <a:schemeClr val="bg1"/>
              </a:buClr>
              <a:buFont typeface="Arial" panose="020B0604020202020204" pitchFamily="34" charset="0"/>
              <a:buNone/>
              <a:defRPr sz="3600" i="0">
                <a:solidFill>
                  <a:schemeClr val="bg1"/>
                </a:solidFill>
              </a:defRPr>
            </a:lvl5pPr>
            <a:lvl6pPr marL="0" indent="0" algn="ctr">
              <a:buClr>
                <a:schemeClr val="bg1"/>
              </a:buClr>
              <a:buFont typeface="Arial" panose="020B0604020202020204" pitchFamily="34" charset="0"/>
              <a:buNone/>
              <a:defRPr sz="3600" i="0">
                <a:solidFill>
                  <a:schemeClr val="bg1"/>
                </a:solidFill>
              </a:defRPr>
            </a:lvl6pPr>
            <a:lvl7pPr marL="0" indent="0" algn="ctr">
              <a:buClr>
                <a:schemeClr val="bg1"/>
              </a:buClr>
              <a:buNone/>
              <a:defRPr sz="3600" i="0">
                <a:solidFill>
                  <a:schemeClr val="bg1"/>
                </a:solidFill>
              </a:defRPr>
            </a:lvl7pPr>
            <a:lvl8pPr marL="0" indent="0" algn="ctr">
              <a:buFont typeface="Arial" panose="020B0604020202020204" pitchFamily="34" charset="0"/>
              <a:buNone/>
              <a:defRPr sz="3600" i="0">
                <a:solidFill>
                  <a:schemeClr val="bg1"/>
                </a:solidFill>
              </a:defRPr>
            </a:lvl8pPr>
            <a:lvl9pPr marL="0" indent="0" algn="ctr">
              <a:buFont typeface="Arial" panose="020B0604020202020204" pitchFamily="34" charset="0"/>
              <a:buNone/>
              <a:defRPr sz="3600" i="0">
                <a:solidFill>
                  <a:schemeClr val="bg1"/>
                </a:solidFill>
              </a:defRPr>
            </a:lvl9pPr>
          </a:lstStyle>
          <a:p>
            <a:pPr lvl="0"/>
            <a:r>
              <a:rPr lang="en-US"/>
              <a:t>Click to edit Master text styles</a:t>
            </a:r>
          </a:p>
        </p:txBody>
      </p:sp>
      <p:pic>
        <p:nvPicPr>
          <p:cNvPr id="96" name="Graphic 95">
            <a:extLst>
              <a:ext uri="{FF2B5EF4-FFF2-40B4-BE49-F238E27FC236}">
                <a16:creationId xmlns:a16="http://schemas.microsoft.com/office/drawing/2014/main" id="{F0ABF8FD-475B-8344-9393-4BC5BAD9A703}"/>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4800" y="5846400"/>
            <a:ext cx="1461599" cy="1033080"/>
          </a:xfrm>
          <a:prstGeom prst="rect">
            <a:avLst/>
          </a:prstGeom>
        </p:spPr>
      </p:pic>
    </p:spTree>
    <p:extLst>
      <p:ext uri="{BB962C8B-B14F-4D97-AF65-F5344CB8AC3E}">
        <p14:creationId xmlns:p14="http://schemas.microsoft.com/office/powerpoint/2010/main" val="109309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Aangepaste indeling">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DB2A1188-7655-3942-B402-ABAD519EE9F7}"/>
              </a:ext>
            </a:extLst>
          </p:cNvPr>
          <p:cNvSpPr/>
          <p:nvPr userDrawn="1"/>
        </p:nvSpPr>
        <p:spPr>
          <a:xfrm>
            <a:off x="-10750" y="0"/>
            <a:ext cx="12202750" cy="6858000"/>
          </a:xfrm>
          <a:prstGeom prst="rect">
            <a:avLst/>
          </a:prstGeom>
          <a:solidFill>
            <a:srgbClr val="0066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Tijdelijke aanduiding voor tekst 24">
            <a:extLst>
              <a:ext uri="{FF2B5EF4-FFF2-40B4-BE49-F238E27FC236}">
                <a16:creationId xmlns:a16="http://schemas.microsoft.com/office/drawing/2014/main" id="{96A52489-BD48-5A40-AF40-C7FE89A51653}"/>
              </a:ext>
            </a:extLst>
          </p:cNvPr>
          <p:cNvSpPr>
            <a:spLocks noGrp="1"/>
          </p:cNvSpPr>
          <p:nvPr>
            <p:ph type="body" sz="quarter" idx="14" hasCustomPrompt="1"/>
          </p:nvPr>
        </p:nvSpPr>
        <p:spPr>
          <a:xfrm>
            <a:off x="-10748" y="0"/>
            <a:ext cx="12202750" cy="6858000"/>
          </a:xfrm>
          <a:custGeom>
            <a:avLst/>
            <a:gdLst>
              <a:gd name="connsiteX0" fmla="*/ 12202750 w 12202750"/>
              <a:gd name="connsiteY0" fmla="*/ 4626493 h 6858000"/>
              <a:gd name="connsiteX1" fmla="*/ 12202750 w 12202750"/>
              <a:gd name="connsiteY1" fmla="*/ 6858000 h 6858000"/>
              <a:gd name="connsiteX2" fmla="*/ 11270933 w 12202750"/>
              <a:gd name="connsiteY2" fmla="*/ 6858000 h 6858000"/>
              <a:gd name="connsiteX3" fmla="*/ 11292806 w 12202750"/>
              <a:gd name="connsiteY3" fmla="*/ 6823366 h 6858000"/>
              <a:gd name="connsiteX4" fmla="*/ 12132976 w 12202750"/>
              <a:gd name="connsiteY4" fmla="*/ 4864546 h 6858000"/>
              <a:gd name="connsiteX5" fmla="*/ 7211067 w 12202750"/>
              <a:gd name="connsiteY5" fmla="*/ 0 h 6858000"/>
              <a:gd name="connsiteX6" fmla="*/ 12202750 w 12202750"/>
              <a:gd name="connsiteY6" fmla="*/ 0 h 6858000"/>
              <a:gd name="connsiteX7" fmla="*/ 12202750 w 12202750"/>
              <a:gd name="connsiteY7" fmla="*/ 1701685 h 6858000"/>
              <a:gd name="connsiteX8" fmla="*/ 12201531 w 12202750"/>
              <a:gd name="connsiteY8" fmla="*/ 1703737 h 6858000"/>
              <a:gd name="connsiteX9" fmla="*/ 12013073 w 12202750"/>
              <a:gd name="connsiteY9" fmla="*/ 2040528 h 6858000"/>
              <a:gd name="connsiteX10" fmla="*/ 6393116 w 12202750"/>
              <a:gd name="connsiteY10" fmla="*/ 3130572 h 6858000"/>
              <a:gd name="connsiteX11" fmla="*/ 7006806 w 12202750"/>
              <a:gd name="connsiteY11" fmla="*/ 307865 h 6858000"/>
              <a:gd name="connsiteX12" fmla="*/ 0 w 12202750"/>
              <a:gd name="connsiteY12" fmla="*/ 0 h 6858000"/>
              <a:gd name="connsiteX13" fmla="*/ 4305911 w 12202750"/>
              <a:gd name="connsiteY13" fmla="*/ 0 h 6858000"/>
              <a:gd name="connsiteX14" fmla="*/ 4155867 w 12202750"/>
              <a:gd name="connsiteY14" fmla="*/ 111493 h 6858000"/>
              <a:gd name="connsiteX15" fmla="*/ 71946 w 12202750"/>
              <a:gd name="connsiteY15" fmla="*/ 4799708 h 6858000"/>
              <a:gd name="connsiteX16" fmla="*/ 0 w 12202750"/>
              <a:gd name="connsiteY16" fmla="*/ 503612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02750" h="6858000">
                <a:moveTo>
                  <a:pt x="12202750" y="4626493"/>
                </a:moveTo>
                <a:lnTo>
                  <a:pt x="12202750" y="6858000"/>
                </a:lnTo>
                <a:lnTo>
                  <a:pt x="11270933" y="6858000"/>
                </a:lnTo>
                <a:lnTo>
                  <a:pt x="11292806" y="6823366"/>
                </a:lnTo>
                <a:cubicBezTo>
                  <a:pt x="11642946" y="6229435"/>
                  <a:pt x="11912279" y="5587138"/>
                  <a:pt x="12132976" y="4864546"/>
                </a:cubicBezTo>
                <a:close/>
                <a:moveTo>
                  <a:pt x="7211067" y="0"/>
                </a:moveTo>
                <a:lnTo>
                  <a:pt x="12202750" y="0"/>
                </a:lnTo>
                <a:lnTo>
                  <a:pt x="12202750" y="1701685"/>
                </a:lnTo>
                <a:lnTo>
                  <a:pt x="12201531" y="1703737"/>
                </a:lnTo>
                <a:cubicBezTo>
                  <a:pt x="12144874" y="1802592"/>
                  <a:pt x="12082910" y="1915911"/>
                  <a:pt x="12013073" y="2040528"/>
                </a:cubicBezTo>
                <a:cubicBezTo>
                  <a:pt x="10966860" y="3848144"/>
                  <a:pt x="7570785" y="5940600"/>
                  <a:pt x="6393116" y="3130572"/>
                </a:cubicBezTo>
                <a:cubicBezTo>
                  <a:pt x="5995310" y="2183970"/>
                  <a:pt x="6384878" y="1279305"/>
                  <a:pt x="7006806" y="307865"/>
                </a:cubicBezTo>
                <a:close/>
                <a:moveTo>
                  <a:pt x="0" y="0"/>
                </a:moveTo>
                <a:lnTo>
                  <a:pt x="4305911" y="0"/>
                </a:lnTo>
                <a:lnTo>
                  <a:pt x="4155867" y="111493"/>
                </a:lnTo>
                <a:cubicBezTo>
                  <a:pt x="2427429" y="1408339"/>
                  <a:pt x="762773" y="2806566"/>
                  <a:pt x="71946" y="4799708"/>
                </a:cubicBezTo>
                <a:lnTo>
                  <a:pt x="0" y="5036128"/>
                </a:lnTo>
                <a:close/>
              </a:path>
            </a:pathLst>
          </a:custGeom>
          <a:solidFill>
            <a:schemeClr val="accent1"/>
          </a:solidFill>
        </p:spPr>
        <p:txBody>
          <a:bodyPr wrap="square">
            <a:noAutofit/>
          </a:bodyPr>
          <a:lstStyle>
            <a:lvl1pPr marL="0" indent="0">
              <a:buNone/>
              <a:defRPr/>
            </a:lvl1pPr>
          </a:lstStyle>
          <a:p>
            <a:pPr lvl="0"/>
            <a:r>
              <a:rPr lang="nl-NL" dirty="0"/>
              <a:t>  </a:t>
            </a:r>
            <a:endParaRPr lang="en-GB" dirty="0"/>
          </a:p>
        </p:txBody>
      </p:sp>
      <p:sp>
        <p:nvSpPr>
          <p:cNvPr id="7" name="Titel 5">
            <a:extLst>
              <a:ext uri="{FF2B5EF4-FFF2-40B4-BE49-F238E27FC236}">
                <a16:creationId xmlns:a16="http://schemas.microsoft.com/office/drawing/2014/main" id="{7AE71AD1-5D76-2045-8B27-CC0C09C99831}"/>
              </a:ext>
            </a:extLst>
          </p:cNvPr>
          <p:cNvSpPr>
            <a:spLocks noGrp="1"/>
          </p:cNvSpPr>
          <p:nvPr>
            <p:ph type="title"/>
          </p:nvPr>
        </p:nvSpPr>
        <p:spPr>
          <a:xfrm>
            <a:off x="2153413" y="3879852"/>
            <a:ext cx="9358256" cy="1621063"/>
          </a:xfrm>
        </p:spPr>
        <p:txBody>
          <a:bodyPr anchor="b"/>
          <a:lstStyle>
            <a:lvl1pPr algn="r">
              <a:defRPr sz="3800">
                <a:solidFill>
                  <a:schemeClr val="bg1"/>
                </a:solidFill>
              </a:defRPr>
            </a:lvl1pPr>
          </a:lstStyle>
          <a:p>
            <a:r>
              <a:rPr lang="en-US"/>
              <a:t>Click to edit Master title style</a:t>
            </a:r>
            <a:endParaRPr lang="nl-NL" dirty="0"/>
          </a:p>
        </p:txBody>
      </p:sp>
      <p:sp>
        <p:nvSpPr>
          <p:cNvPr id="8" name="Ondertitel 2">
            <a:extLst>
              <a:ext uri="{FF2B5EF4-FFF2-40B4-BE49-F238E27FC236}">
                <a16:creationId xmlns:a16="http://schemas.microsoft.com/office/drawing/2014/main" id="{FFCFFB82-1AE5-3D4E-9AD9-487B27ADF680}"/>
              </a:ext>
            </a:extLst>
          </p:cNvPr>
          <p:cNvSpPr>
            <a:spLocks noGrp="1"/>
          </p:cNvSpPr>
          <p:nvPr>
            <p:ph type="subTitle" idx="1"/>
          </p:nvPr>
        </p:nvSpPr>
        <p:spPr>
          <a:xfrm>
            <a:off x="6096000" y="5664394"/>
            <a:ext cx="5415669" cy="248472"/>
          </a:xfrm>
        </p:spPr>
        <p:txBody>
          <a:bodyPr anchor="ctr"/>
          <a:lstStyle>
            <a:lvl1pPr marL="0" indent="0" algn="r">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10" name="Graphic 9">
            <a:extLst>
              <a:ext uri="{FF2B5EF4-FFF2-40B4-BE49-F238E27FC236}">
                <a16:creationId xmlns:a16="http://schemas.microsoft.com/office/drawing/2014/main" id="{079C7039-4CB9-294D-98BC-738FE5C22E6A}"/>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4800" y="5846400"/>
            <a:ext cx="1461599" cy="1033080"/>
          </a:xfrm>
          <a:prstGeom prst="rect">
            <a:avLst/>
          </a:prstGeom>
        </p:spPr>
      </p:pic>
    </p:spTree>
    <p:extLst>
      <p:ext uri="{BB962C8B-B14F-4D97-AF65-F5344CB8AC3E}">
        <p14:creationId xmlns:p14="http://schemas.microsoft.com/office/powerpoint/2010/main" val="1957991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35" name="Groep 9"/>
          <p:cNvGrpSpPr/>
          <p:nvPr/>
        </p:nvGrpSpPr>
        <p:grpSpPr>
          <a:xfrm>
            <a:off x="2982511" y="-1228655"/>
            <a:ext cx="6226977" cy="490402"/>
            <a:chOff x="0" y="0"/>
            <a:chExt cx="6226976" cy="490400"/>
          </a:xfrm>
        </p:grpSpPr>
        <p:sp>
          <p:nvSpPr>
            <p:cNvPr id="23" name="Rechthoek 36"/>
            <p:cNvSpPr/>
            <p:nvPr/>
          </p:nvSpPr>
          <p:spPr>
            <a:xfrm rot="16200000">
              <a:off x="3007798" y="-2728777"/>
              <a:ext cx="211380" cy="6226977"/>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nvGrpSpPr>
            <p:cNvPr id="34" name="Groep 8"/>
            <p:cNvGrpSpPr/>
            <p:nvPr/>
          </p:nvGrpSpPr>
          <p:grpSpPr>
            <a:xfrm>
              <a:off x="0" y="0"/>
              <a:ext cx="6226975" cy="211381"/>
              <a:chOff x="0" y="0"/>
              <a:chExt cx="6226974" cy="211380"/>
            </a:xfrm>
          </p:grpSpPr>
          <p:sp>
            <p:nvSpPr>
              <p:cNvPr id="24" name="Rechthoek 6"/>
              <p:cNvSpPr/>
              <p:nvPr/>
            </p:nvSpPr>
            <p:spPr>
              <a:xfrm rot="16200000">
                <a:off x="168192" y="-168191"/>
                <a:ext cx="211380" cy="547765"/>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5" name="Rechthoek 29"/>
              <p:cNvSpPr/>
              <p:nvPr/>
            </p:nvSpPr>
            <p:spPr>
              <a:xfrm rot="16200000">
                <a:off x="799215" y="-168191"/>
                <a:ext cx="211380" cy="547765"/>
              </a:xfrm>
              <a:prstGeom prst="rect">
                <a:avLst/>
              </a:prstGeom>
              <a:solidFill>
                <a:srgbClr val="0066A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6" name="Rechthoek 30"/>
              <p:cNvSpPr/>
              <p:nvPr/>
            </p:nvSpPr>
            <p:spPr>
              <a:xfrm rot="16200000">
                <a:off x="1430239" y="-168191"/>
                <a:ext cx="211380" cy="547765"/>
              </a:xfrm>
              <a:prstGeom prst="rect">
                <a:avLst/>
              </a:prstGeom>
              <a:solidFill>
                <a:srgbClr val="00B7D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7" name="Rechthoek 31"/>
              <p:cNvSpPr/>
              <p:nvPr/>
            </p:nvSpPr>
            <p:spPr>
              <a:xfrm rot="16200000">
                <a:off x="2061263" y="-168191"/>
                <a:ext cx="211380" cy="547765"/>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8" name="Rechthoek 32"/>
              <p:cNvSpPr/>
              <p:nvPr/>
            </p:nvSpPr>
            <p:spPr>
              <a:xfrm rot="16200000">
                <a:off x="2692286" y="-168191"/>
                <a:ext cx="211380" cy="547765"/>
              </a:xfrm>
              <a:prstGeom prst="rect">
                <a:avLst/>
              </a:prstGeom>
              <a:solidFill>
                <a:srgbClr val="61A4B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9" name="Rechthoek 33"/>
              <p:cNvSpPr/>
              <p:nvPr/>
            </p:nvSpPr>
            <p:spPr>
              <a:xfrm rot="16200000">
                <a:off x="3323310" y="-168191"/>
                <a:ext cx="211380" cy="547765"/>
              </a:xfrm>
              <a:prstGeom prst="rect">
                <a:avLst/>
              </a:prstGeom>
              <a:solidFill>
                <a:srgbClr val="82D7C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0" name="Rechthoek 34"/>
              <p:cNvSpPr/>
              <p:nvPr/>
            </p:nvSpPr>
            <p:spPr>
              <a:xfrm rot="16200000">
                <a:off x="3954334" y="-168191"/>
                <a:ext cx="211380" cy="547765"/>
              </a:xfrm>
              <a:prstGeom prst="rect">
                <a:avLst/>
              </a:prstGeom>
              <a:solidFill>
                <a:schemeClr val="accent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1" name="Rechthoek 37"/>
              <p:cNvSpPr/>
              <p:nvPr/>
            </p:nvSpPr>
            <p:spPr>
              <a:xfrm rot="16200000">
                <a:off x="4585357" y="-168192"/>
                <a:ext cx="211380" cy="547765"/>
              </a:xfrm>
              <a:prstGeom prst="rect">
                <a:avLst/>
              </a:prstGeom>
              <a:solidFill>
                <a:srgbClr val="99D28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2" name="Rechthoek 38"/>
              <p:cNvSpPr/>
              <p:nvPr/>
            </p:nvSpPr>
            <p:spPr>
              <a:xfrm rot="16200000">
                <a:off x="5216380" y="-168192"/>
                <a:ext cx="211380" cy="547764"/>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3" name="Rechthoek 39"/>
              <p:cNvSpPr/>
              <p:nvPr/>
            </p:nvSpPr>
            <p:spPr>
              <a:xfrm rot="16200000">
                <a:off x="5847403" y="-168193"/>
                <a:ext cx="211380" cy="547765"/>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grpSp>
        <p:nvGrpSpPr>
          <p:cNvPr id="44" name="Group 4"/>
          <p:cNvGrpSpPr/>
          <p:nvPr/>
        </p:nvGrpSpPr>
        <p:grpSpPr>
          <a:xfrm>
            <a:off x="698501" y="5884314"/>
            <a:ext cx="1454912" cy="577167"/>
            <a:chOff x="0" y="0"/>
            <a:chExt cx="1454911" cy="577165"/>
          </a:xfrm>
        </p:grpSpPr>
        <p:sp>
          <p:nvSpPr>
            <p:cNvPr id="36"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37"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8"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9"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40"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41"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42"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43"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45" name="Rechthoek 6"/>
          <p:cNvSpPr/>
          <p:nvPr/>
        </p:nvSpPr>
        <p:spPr>
          <a:xfrm>
            <a:off x="161518" y="119267"/>
            <a:ext cx="11868965" cy="6408281"/>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46" name="Tekstvak 4"/>
          <p:cNvSpPr txBox="1"/>
          <p:nvPr/>
        </p:nvSpPr>
        <p:spPr>
          <a:xfrm>
            <a:off x="34969" y="-662297"/>
            <a:ext cx="12100562" cy="497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t>Logo (Animatie)</a:t>
            </a:r>
          </a:p>
        </p:txBody>
      </p:sp>
      <p:sp>
        <p:nvSpPr>
          <p:cNvPr id="60" name="Freeform 5"/>
          <p:cNvSpPr/>
          <p:nvPr/>
        </p:nvSpPr>
        <p:spPr>
          <a:xfrm>
            <a:off x="4543471" y="3282713"/>
            <a:ext cx="950757" cy="1038005"/>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8"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8" y="21600"/>
                  <a:pt x="10800" y="21600"/>
                </a:cubicBezTo>
                <a:cubicBezTo>
                  <a:pt x="5062" y="21600"/>
                  <a:pt x="0" y="19096"/>
                  <a:pt x="0" y="13461"/>
                </a:cubicBezTo>
                <a:cubicBezTo>
                  <a:pt x="0" y="0"/>
                  <a:pt x="0" y="0"/>
                  <a:pt x="0" y="0"/>
                </a:cubicBezTo>
                <a:cubicBezTo>
                  <a:pt x="6412" y="0"/>
                  <a:pt x="6412" y="0"/>
                  <a:pt x="6412" y="0"/>
                </a:cubicBezTo>
                <a:cubicBezTo>
                  <a:pt x="6412" y="13148"/>
                  <a:pt x="6412" y="13148"/>
                  <a:pt x="6412" y="13148"/>
                </a:cubicBezTo>
                <a:cubicBezTo>
                  <a:pt x="6412" y="15652"/>
                  <a:pt x="7762" y="17530"/>
                  <a:pt x="10800" y="17530"/>
                </a:cubicBezTo>
                <a:close/>
              </a:path>
            </a:pathLst>
          </a:custGeom>
          <a:solidFill>
            <a:schemeClr val="accent1"/>
          </a:solidFill>
          <a:ln w="12700">
            <a:miter lim="400000"/>
          </a:ln>
        </p:spPr>
        <p:txBody>
          <a:bodyPr lIns="45719" rIns="45719"/>
          <a:lstStyle/>
          <a:p>
            <a:endParaRPr/>
          </a:p>
        </p:txBody>
      </p:sp>
      <p:sp>
        <p:nvSpPr>
          <p:cNvPr id="61" name="Freeform 6"/>
          <p:cNvSpPr/>
          <p:nvPr/>
        </p:nvSpPr>
        <p:spPr>
          <a:xfrm>
            <a:off x="3518892" y="3282713"/>
            <a:ext cx="892593" cy="1008923"/>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a:miter lim="400000"/>
          </a:ln>
        </p:spPr>
        <p:txBody>
          <a:bodyPr lIns="45719" rIns="45719"/>
          <a:lstStyle/>
          <a:p>
            <a:endParaRPr/>
          </a:p>
        </p:txBody>
      </p:sp>
      <p:sp>
        <p:nvSpPr>
          <p:cNvPr id="62" name="Freeform 7"/>
          <p:cNvSpPr/>
          <p:nvPr/>
        </p:nvSpPr>
        <p:spPr>
          <a:xfrm>
            <a:off x="3790419" y="2276031"/>
            <a:ext cx="943961" cy="946283"/>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a:miter lim="400000"/>
          </a:ln>
        </p:spPr>
        <p:txBody>
          <a:bodyPr lIns="45719" rIns="45719"/>
          <a:lstStyle/>
          <a:p>
            <a:endParaRPr/>
          </a:p>
        </p:txBody>
      </p:sp>
      <p:sp>
        <p:nvSpPr>
          <p:cNvPr id="63" name="Freeform 8"/>
          <p:cNvSpPr/>
          <p:nvPr/>
        </p:nvSpPr>
        <p:spPr>
          <a:xfrm>
            <a:off x="6713432" y="3569060"/>
            <a:ext cx="624144" cy="751658"/>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a:miter lim="400000"/>
          </a:ln>
        </p:spPr>
        <p:txBody>
          <a:bodyPr lIns="45719" rIns="45719"/>
          <a:lstStyle/>
          <a:p>
            <a:endParaRPr/>
          </a:p>
        </p:txBody>
      </p:sp>
      <p:sp>
        <p:nvSpPr>
          <p:cNvPr id="64" name="Rectangle 9"/>
          <p:cNvSpPr/>
          <p:nvPr/>
        </p:nvSpPr>
        <p:spPr>
          <a:xfrm>
            <a:off x="7500883" y="3282713"/>
            <a:ext cx="118566" cy="1008922"/>
          </a:xfrm>
          <a:prstGeom prst="rect">
            <a:avLst/>
          </a:prstGeom>
          <a:solidFill>
            <a:srgbClr val="000000"/>
          </a:solidFill>
          <a:ln w="12700">
            <a:miter lim="400000"/>
          </a:ln>
        </p:spPr>
        <p:txBody>
          <a:bodyPr lIns="45719" rIns="45719"/>
          <a:lstStyle/>
          <a:p>
            <a:endParaRPr/>
          </a:p>
        </p:txBody>
      </p:sp>
      <p:sp>
        <p:nvSpPr>
          <p:cNvPr id="65" name="Freeform 10"/>
          <p:cNvSpPr/>
          <p:nvPr/>
        </p:nvSpPr>
        <p:spPr>
          <a:xfrm>
            <a:off x="7767094" y="3269291"/>
            <a:ext cx="447416" cy="102234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a:miter lim="400000"/>
          </a:ln>
        </p:spPr>
        <p:txBody>
          <a:bodyPr lIns="45719" rIns="45719"/>
          <a:lstStyle/>
          <a:p>
            <a:endParaRPr/>
          </a:p>
        </p:txBody>
      </p:sp>
      <p:sp>
        <p:nvSpPr>
          <p:cNvPr id="66" name="Freeform 11"/>
          <p:cNvSpPr/>
          <p:nvPr/>
        </p:nvSpPr>
        <p:spPr>
          <a:xfrm>
            <a:off x="8272673" y="3403515"/>
            <a:ext cx="400437" cy="917202"/>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a:miter lim="400000"/>
          </a:ln>
        </p:spPr>
        <p:txBody>
          <a:bodyPr lIns="45719" rIns="45719"/>
          <a:lstStyle/>
          <a:p>
            <a:endParaRPr/>
          </a:p>
        </p:txBody>
      </p:sp>
      <p:sp>
        <p:nvSpPr>
          <p:cNvPr id="67" name="Freeform 12"/>
          <p:cNvSpPr/>
          <p:nvPr/>
        </p:nvSpPr>
        <p:spPr>
          <a:xfrm>
            <a:off x="5776098" y="3282713"/>
            <a:ext cx="803111" cy="100892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a:miter lim="400000"/>
          </a:ln>
        </p:spPr>
        <p:txBody>
          <a:bodyPr lIns="45719" rIns="45719"/>
          <a:lstStyle/>
          <a:p>
            <a:endParaRPr/>
          </a:p>
        </p:txBody>
      </p:sp>
      <p:sp>
        <p:nvSpPr>
          <p:cNvPr id="68" name="Title Text"/>
          <p:cNvSpPr txBox="1">
            <a:spLocks noGrp="1"/>
          </p:cNvSpPr>
          <p:nvPr>
            <p:ph type="title"/>
          </p:nvPr>
        </p:nvSpPr>
        <p:spPr>
          <a:xfrm>
            <a:off x="609600" y="274637"/>
            <a:ext cx="10972800" cy="13255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Title Text</a:t>
            </a:r>
          </a:p>
        </p:txBody>
      </p:sp>
      <p:sp>
        <p:nvSpPr>
          <p:cNvPr id="69"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endParaRPr dirty="0"/>
          </a:p>
        </p:txBody>
      </p:sp>
      <p:sp>
        <p:nvSpPr>
          <p:cNvPr id="70" name="Slide Number"/>
          <p:cNvSpPr txBox="1">
            <a:spLocks noGrp="1"/>
          </p:cNvSpPr>
          <p:nvPr>
            <p:ph type="sldNum" sz="quarter" idx="2"/>
          </p:nvPr>
        </p:nvSpPr>
        <p:spPr>
          <a:xfrm>
            <a:off x="5892800" y="6172200"/>
            <a:ext cx="2844800" cy="368301"/>
          </a:xfrm>
          <a:prstGeom prst="rect">
            <a:avLst/>
          </a:prstGeom>
          <a:ln w="12700">
            <a:miter lim="400000"/>
          </a:ln>
        </p:spPr>
        <p:txBody>
          <a:bodyPr wrap="none" lIns="0" tIns="0" rIns="0" bIns="0" anchor="ctr">
            <a:spAutoFit/>
          </a:bodyPr>
          <a:lstStyle>
            <a:lvl1pPr algn="r">
              <a:defRPr sz="1200">
                <a:solidFill>
                  <a:srgbClr val="A6A6A6"/>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72" r:id="rId18"/>
    <p:sldLayoutId id="2147483673" r:id="rId19"/>
    <p:sldLayoutId id="2147483674" r:id="rId20"/>
  </p:sldLayoutIdLst>
  <p:transition spd="med"/>
  <p:hf sldNum="0" hdr="0" ftr="0" dt="0"/>
  <p:txStyles>
    <p:titleStyle>
      <a:lvl1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1pPr>
      <a:lvl2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2pPr>
      <a:lvl3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3pPr>
      <a:lvl4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4pPr>
      <a:lvl5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5pPr>
      <a:lvl6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6pPr>
      <a:lvl7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7pPr>
      <a:lvl8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8pPr>
      <a:lvl9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9pPr>
    </p:titleStyle>
    <p:bodyStyle>
      <a:lvl1pPr marL="263525" marR="0" indent="-263525"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1pPr>
      <a:lvl2pPr marL="538162" marR="0" indent="-274638"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2pPr>
      <a:lvl3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3pPr>
      <a:lvl4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4pPr>
      <a:lvl5pPr marL="263525" marR="0" indent="-263525" algn="l" defTabSz="719137" rtl="0" eaLnBrk="1" latinLnBrk="0" hangingPunct="1">
        <a:lnSpc>
          <a:spcPct val="90000"/>
        </a:lnSpc>
        <a:spcBef>
          <a:spcPts val="1200"/>
        </a:spcBef>
        <a:spcAft>
          <a:spcPts val="0"/>
        </a:spcAft>
        <a:buClr>
          <a:schemeClr val="accent1"/>
        </a:buClr>
        <a:buSzPct val="100000"/>
        <a:buFont typeface="Wingdings"/>
        <a:buAutoNum type="arabicPeriod"/>
        <a:tabLst/>
        <a:defRPr sz="1600" b="0" i="0" u="none" strike="noStrike" cap="none" spc="0" baseline="0">
          <a:solidFill>
            <a:srgbClr val="000000"/>
          </a:solidFill>
          <a:uFillTx/>
          <a:latin typeface="Arial"/>
          <a:ea typeface="Arial"/>
          <a:cs typeface="Arial"/>
          <a:sym typeface="Arial"/>
        </a:defRPr>
      </a:lvl5pPr>
      <a:lvl6pPr marL="538162" marR="0" indent="-276225" algn="l" defTabSz="719137" rtl="0" eaLnBrk="1" latinLnBrk="0" hangingPunct="1">
        <a:lnSpc>
          <a:spcPct val="90000"/>
        </a:lnSpc>
        <a:spcBef>
          <a:spcPts val="1200"/>
        </a:spcBef>
        <a:spcAft>
          <a:spcPts val="0"/>
        </a:spcAft>
        <a:buClr>
          <a:schemeClr val="accent1"/>
        </a:buClr>
        <a:buSzPct val="100000"/>
        <a:buFont typeface="Wingdings"/>
        <a:buAutoNum type="alphaLcPeriod"/>
        <a:tabLst/>
        <a:defRPr sz="1600" b="0" i="0" u="none" strike="noStrike" cap="none" spc="0" baseline="0">
          <a:solidFill>
            <a:srgbClr val="000000"/>
          </a:solidFill>
          <a:uFillTx/>
          <a:latin typeface="Arial"/>
          <a:ea typeface="Arial"/>
          <a:cs typeface="Arial"/>
          <a:sym typeface="Arial"/>
        </a:defRPr>
      </a:lvl6pPr>
      <a:lvl7pPr marL="538162" marR="0" indent="-276225"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7pPr>
      <a:lvl8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8pPr>
      <a:lvl9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9pPr>
    </p:bodyStyle>
    <p:otherStyle>
      <a:lvl1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 Id="rId3"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deck_title_cp.png"/>
          <p:cNvPicPr>
            <a:picLocks noGrp="1" noChangeAspect="1"/>
          </p:cNvPicPr>
          <p:nvPr>
            <p:ph type="pic" idx="21"/>
          </p:nvPr>
        </p:nvPicPr>
        <p:blipFill>
          <a:blip r:embed="rId2"/>
          <a:srcRect t="166" b="166"/>
          <a:stretch>
            <a:fillRect/>
          </a:stretch>
        </p:blipFill>
        <p:spPr/>
      </p:pic>
      <p:sp>
        <p:nvSpPr>
          <p:cNvPr id="3" name="Text Placeholder 2"/>
          <p:cNvSpPr>
            <a:spLocks noGrp="1"/>
          </p:cNvSpPr>
          <p:nvPr>
            <p:ph type="body" idx="1" sz="quarter"/>
          </p:nvPr>
        </p:nvSpPr>
        <p:spPr/>
        <p:txBody>
          <a:bodyPr/>
          <a:lstStyle/>
          <a:p>
            <a:r>
              <a:t>Tyler Buchanan   |   ARGUS group   |   9 October 2026</a:t>
            </a:r>
          </a:p>
        </p:txBody>
      </p:sp>
      <p:sp>
        <p:nvSpPr>
          <p:cNvPr id="4" name="Text Placeholder 3"/>
          <p:cNvSpPr>
            <a:spLocks noGrp="1"/>
          </p:cNvSpPr>
          <p:nvPr>
            <p:ph type="body" idx="22" sz="quarter"/>
          </p:nvPr>
        </p:nvSpPr>
        <p:spPr/>
        <p:txBody>
          <a:bodyPr/>
          <a:lstStyle/>
          <a:p>
            <a:r>
              <a:t>ARGUS morphing wing: RANS validation of the VLM design study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My job on ARGUS, and the three questions</a:t>
            </a:r>
          </a:p>
        </p:txBody>
      </p:sp>
      <p:sp>
        <p:nvSpPr>
          <p:cNvPr id="3" name="TextBox 2"/>
          <p:cNvSpPr txBox="1"/>
          <p:nvPr/>
        </p:nvSpPr>
        <p:spPr>
          <a:xfrm>
            <a:off x="694944" y="1645920"/>
            <a:ext cx="10789920" cy="4114800"/>
          </a:xfrm>
          <a:prstGeom prst="rect">
            <a:avLst/>
          </a:prstGeom>
          <a:noFill/>
        </p:spPr>
        <p:txBody>
          <a:bodyPr wrap="square" lIns="18288" rIns="18288" tIns="0" bIns="0">
            <a:spAutoFit/>
          </a:bodyPr>
          <a:lstStyle/>
          <a:p>
            <a:pPr marL="256032" indent="-256032">
              <a:spcAft>
                <a:spcPts val="1400"/>
              </a:spcAft>
              <a:buChar char="•"/>
            </a:pPr>
            <a:r>
              <a:rPr sz="2000" b="0"/>
              <a:t>Validate the VLM candidate selection against viscous RANS on six wings.</a:t>
            </a:r>
          </a:p>
          <a:p>
            <a:pPr marL="256032" indent="-256032">
              <a:spcAft>
                <a:spcPts val="1400"/>
              </a:spcAft>
              <a:buChar char="•"/>
            </a:pPr>
            <a:r>
              <a:rPr sz="2000" b="0"/>
              <a:t>Six geometries, three operating points, 90 converged cases, 18 matched-lift trims.</a:t>
            </a:r>
          </a:p>
          <a:p>
            <a:pPr marL="256032" indent="-256032">
              <a:spcAft>
                <a:spcPts val="1400"/>
              </a:spcAft>
              <a:buChar char="•"/>
            </a:pPr>
            <a:r>
              <a:rPr sz="2000" b="0"/>
              <a:t>Questions: what was done, what every quantity gives, is the VLM trustworthy.</a:t>
            </a:r>
          </a:p>
          <a:p>
            <a:pPr marL="256032" indent="-256032">
              <a:spcAft>
                <a:spcPts val="1400"/>
              </a:spcAft>
              <a:buChar char="•"/>
            </a:pPr>
            <a:r>
              <a:rPr sz="2000" b="0"/>
              <a:t>Early and late cruise on top, which the VLM does not have.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Operating points and OpenFOAM setup</a:t>
            </a:r>
          </a:p>
        </p:txBody>
      </p:sp>
      <p:sp>
        <p:nvSpPr>
          <p:cNvPr id="3" name="TextBox 2"/>
          <p:cNvSpPr txBox="1"/>
          <p:nvPr/>
        </p:nvSpPr>
        <p:spPr>
          <a:xfrm>
            <a:off x="694944" y="1325880"/>
            <a:ext cx="10789920" cy="731520"/>
          </a:xfrm>
          <a:prstGeom prst="rect">
            <a:avLst/>
          </a:prstGeom>
          <a:noFill/>
        </p:spPr>
        <p:txBody>
          <a:bodyPr wrap="square" lIns="18288" rIns="18288" tIns="0" bIns="0">
            <a:spAutoFit/>
          </a:bodyPr>
          <a:lstStyle/>
          <a:p>
            <a:pPr marL="256032" indent="-256032">
              <a:spcAft>
                <a:spcPts val="200"/>
              </a:spcAft>
              <a:buChar char="•"/>
            </a:pPr>
            <a:r>
              <a:rPr sz="1800" b="0"/>
              <a:t>Reference area </a:t>
            </a:r>
            <a:r>
              <a:rPr sz="1800" b="0"/>
              <a:t>S</a:t>
            </a:r>
            <a:r>
              <a:rPr sz="1800" b="0" baseline="-25000"/>
              <a:t>ref</a:t>
            </a:r>
            <a:r>
              <a:rPr sz="1800" b="0"/>
              <a:t> 1.24092 </a:t>
            </a:r>
            <a:r>
              <a:rPr sz="1800" b="0"/>
              <a:t>m</a:t>
            </a:r>
            <a:r>
              <a:rPr sz="1800" b="0" baseline="30000"/>
              <a:t>2</a:t>
            </a:r>
            <a:r>
              <a:rPr sz="1800" b="0"/>
              <a:t> and chord </a:t>
            </a:r>
            <a:r>
              <a:rPr sz="1800" b="0"/>
              <a:t>C</a:t>
            </a:r>
            <a:r>
              <a:rPr sz="1800" b="0" baseline="-25000"/>
              <a:t>ref</a:t>
            </a:r>
            <a:r>
              <a:rPr sz="1800" b="0"/>
              <a:t> 0.39396 m, full wing.</a:t>
            </a:r>
          </a:p>
          <a:p>
            <a:pPr marL="256032" indent="-256032">
              <a:spcAft>
                <a:spcPts val="200"/>
              </a:spcAft>
              <a:buChar char="•"/>
            </a:pPr>
            <a:r>
              <a:rPr sz="1800" b="0"/>
              <a:t>RANS solves the half wing on </a:t>
            </a:r>
            <a:r>
              <a:rPr sz="1800" b="0"/>
              <a:t>S</a:t>
            </a:r>
            <a:r>
              <a:rPr sz="1800" b="0" baseline="-25000"/>
              <a:t>ref</a:t>
            </a:r>
            <a:r>
              <a:rPr sz="1800" b="0"/>
              <a:t>/2; one drag count is </a:t>
            </a:r>
            <a:r>
              <a:rPr sz="1800" b="0"/>
              <a:t>10</a:t>
            </a:r>
            <a:r>
              <a:rPr sz="1800" b="0" baseline="30000"/>
              <a:t>-4</a:t>
            </a:r>
            <a:r>
              <a:rPr sz="1800" b="0"/>
              <a:t>.</a:t>
            </a:r>
          </a:p>
        </p:txBody>
      </p:sp>
      <p:graphicFrame>
        <p:nvGraphicFramePr>
          <p:cNvPr id="4" name="Table 3"/>
          <p:cNvGraphicFramePr>
            <a:graphicFrameLocks noGrp="1"/>
          </p:cNvGraphicFramePr>
          <p:nvPr/>
        </p:nvGraphicFramePr>
        <p:xfrm>
          <a:off x="694944" y="2148840"/>
          <a:ext cx="10789920" cy="4023360"/>
        </p:xfrm>
        <a:graphic>
          <a:graphicData uri="http://schemas.openxmlformats.org/drawingml/2006/table">
            <a:tbl>
              <a:tblPr firstRow="1" bandRow="1">
                <a:tableStyleId>{5C22544A-7EE6-4342-B048-85BDC9FD1C3A}</a:tableStyleId>
              </a:tblPr>
              <a:tblGrid>
                <a:gridCol w="1965960"/>
                <a:gridCol w="2606040"/>
                <a:gridCol w="2240280"/>
                <a:gridCol w="2240280"/>
                <a:gridCol w="1737360"/>
              </a:tblGrid>
              <a:tr h="365760">
                <a:tc>
                  <a:txBody>
                    <a:bodyPr/>
                    <a:lstStyle/>
                    <a:p>
                      <a:pPr algn="l"/>
                    </a:p>
                  </a:txBody>
                  <a:tcPr marL="54864" marR="54864" marT="18288" marB="18288" anchor="ctr"/>
                </a:tc>
                <a:tc>
                  <a:txBody>
                    <a:bodyPr/>
                    <a:lstStyle/>
                    <a:p>
                      <a:pPr algn="l"/>
                      <a:r>
                        <a:rPr sz="1400" b="1"/>
                        <a:t>Condition CR</a:t>
                      </a:r>
                    </a:p>
                  </a:txBody>
                  <a:tcPr marL="54864" marR="54864" marT="18288" marB="18288" anchor="ctr"/>
                </a:tc>
                <a:tc>
                  <a:txBody>
                    <a:bodyPr/>
                    <a:lstStyle/>
                    <a:p>
                      <a:pPr algn="l"/>
                      <a:r>
                        <a:rPr sz="1400" b="1"/>
                        <a:t>Early cruise</a:t>
                      </a:r>
                    </a:p>
                  </a:txBody>
                  <a:tcPr marL="54864" marR="54864" marT="18288" marB="18288" anchor="ctr"/>
                </a:tc>
                <a:tc>
                  <a:txBody>
                    <a:bodyPr/>
                    <a:lstStyle/>
                    <a:p>
                      <a:pPr algn="l"/>
                      <a:r>
                        <a:rPr sz="1400" b="1"/>
                        <a:t>Late cruise</a:t>
                      </a:r>
                    </a:p>
                  </a:txBody>
                  <a:tcPr marL="54864" marR="54864" marT="18288" marB="18288" anchor="ctr"/>
                </a:tc>
                <a:tc>
                  <a:txBody>
                    <a:bodyPr/>
                    <a:lstStyle/>
                    <a:p>
                      <a:pPr algn="l"/>
                      <a:r>
                        <a:rPr sz="1400" b="1"/>
                        <a:t>VLM, Condition CR</a:t>
                      </a:r>
                    </a:p>
                  </a:txBody>
                  <a:tcPr marL="54864" marR="54864" marT="18288" marB="18288" anchor="ctr"/>
                </a:tc>
              </a:tr>
              <a:tr h="365760">
                <a:tc>
                  <a:txBody>
                    <a:bodyPr/>
                    <a:lstStyle/>
                    <a:p>
                      <a:pPr algn="l"/>
                      <a:r>
                        <a:rPr sz="1400" b="0"/>
                        <a:t>Mach</a:t>
                      </a:r>
                    </a:p>
                  </a:txBody>
                  <a:tcPr marL="54864" marR="54864" marT="18288" marB="18288" anchor="ctr"/>
                </a:tc>
                <a:tc>
                  <a:txBody>
                    <a:bodyPr/>
                    <a:lstStyle/>
                    <a:p>
                      <a:pPr algn="l"/>
                      <a:r>
                        <a:rPr sz="1400" b="0"/>
                        <a:t>0.10</a:t>
                      </a:r>
                    </a:p>
                  </a:txBody>
                  <a:tcPr marL="54864" marR="54864" marT="18288" marB="18288" anchor="ctr"/>
                </a:tc>
                <a:tc>
                  <a:txBody>
                    <a:bodyPr/>
                    <a:lstStyle/>
                    <a:p>
                      <a:pPr algn="l"/>
                      <a:r>
                        <a:rPr sz="1400" b="0"/>
                        <a:t>0.78</a:t>
                      </a:r>
                    </a:p>
                  </a:txBody>
                  <a:tcPr marL="54864" marR="54864" marT="18288" marB="18288" anchor="ctr"/>
                </a:tc>
                <a:tc>
                  <a:txBody>
                    <a:bodyPr/>
                    <a:lstStyle/>
                    <a:p>
                      <a:pPr algn="l"/>
                      <a:r>
                        <a:rPr sz="1400" b="0"/>
                        <a:t>0.78</a:t>
                      </a:r>
                    </a:p>
                  </a:txBody>
                  <a:tcPr marL="54864" marR="54864" marT="18288" marB="18288" anchor="ctr"/>
                </a:tc>
                <a:tc>
                  <a:txBody>
                    <a:bodyPr/>
                    <a:lstStyle/>
                    <a:p>
                      <a:pPr algn="l"/>
                      <a:r>
                        <a:rPr sz="1400" b="0"/>
                        <a:t>0.10</a:t>
                      </a:r>
                    </a:p>
                  </a:txBody>
                  <a:tcPr marL="54864" marR="54864" marT="18288" marB="18288" anchor="ctr"/>
                </a:tc>
              </a:tr>
              <a:tr h="365760">
                <a:tc>
                  <a:txBody>
                    <a:bodyPr/>
                    <a:lstStyle/>
                    <a:p>
                      <a:pPr algn="l"/>
                      <a:r>
                        <a:rPr sz="1400" b="0"/>
                        <a:t>Target </a:t>
                      </a:r>
                      <a:r>
                        <a:rPr sz="1400" b="0"/>
                        <a:t>C</a:t>
                      </a:r>
                      <a:r>
                        <a:rPr sz="1400" b="0" baseline="-25000"/>
                        <a:t>L</a:t>
                      </a:r>
                    </a:p>
                  </a:txBody>
                  <a:tcPr marL="54864" marR="54864" marT="18288" marB="18288" anchor="ctr"/>
                </a:tc>
                <a:tc>
                  <a:txBody>
                    <a:bodyPr/>
                    <a:lstStyle/>
                    <a:p>
                      <a:pPr algn="l"/>
                      <a:r>
                        <a:rPr sz="1400" b="0"/>
                        <a:t>0.428277635108</a:t>
                      </a:r>
                    </a:p>
                  </a:txBody>
                  <a:tcPr marL="54864" marR="54864" marT="18288" marB="18288" anchor="ctr"/>
                </a:tc>
                <a:tc>
                  <a:txBody>
                    <a:bodyPr/>
                    <a:lstStyle/>
                    <a:p>
                      <a:pPr algn="l"/>
                      <a:r>
                        <a:rPr sz="1400" b="0"/>
                        <a:t>0.529297087450</a:t>
                      </a:r>
                    </a:p>
                  </a:txBody>
                  <a:tcPr marL="54864" marR="54864" marT="18288" marB="18288" anchor="ctr"/>
                </a:tc>
                <a:tc>
                  <a:txBody>
                    <a:bodyPr/>
                    <a:lstStyle/>
                    <a:p>
                      <a:pPr algn="l"/>
                      <a:r>
                        <a:rPr sz="1400" b="0"/>
                        <a:t>0.544114800210</a:t>
                      </a:r>
                    </a:p>
                  </a:txBody>
                  <a:tcPr marL="54864" marR="54864" marT="18288" marB="18288" anchor="ctr"/>
                </a:tc>
                <a:tc>
                  <a:txBody>
                    <a:bodyPr/>
                    <a:lstStyle/>
                    <a:p>
                      <a:pPr algn="l"/>
                      <a:r>
                        <a:rPr sz="1400" b="0"/>
                        <a:t>0.428277635108</a:t>
                      </a:r>
                    </a:p>
                  </a:txBody>
                  <a:tcPr marL="54864" marR="54864" marT="18288" marB="18288" anchor="ctr"/>
                </a:tc>
              </a:tr>
              <a:tr h="365760">
                <a:tc>
                  <a:txBody>
                    <a:bodyPr/>
                    <a:lstStyle/>
                    <a:p>
                      <a:pPr algn="l"/>
                      <a:r>
                        <a:rPr sz="1400" b="0"/>
                        <a:t>U</a:t>
                      </a:r>
                      <a:r>
                        <a:rPr sz="1400" b="0" baseline="-25000"/>
                        <a:t>∞</a:t>
                      </a:r>
                      <a:r>
                        <a:rPr sz="1400" b="0"/>
                        <a:t> (m/s)</a:t>
                      </a:r>
                    </a:p>
                  </a:txBody>
                  <a:tcPr marL="54864" marR="54864" marT="18288" marB="18288" anchor="ctr"/>
                </a:tc>
                <a:tc>
                  <a:txBody>
                    <a:bodyPr/>
                    <a:lstStyle/>
                    <a:p>
                      <a:pPr algn="l"/>
                      <a:r>
                        <a:rPr sz="1400" b="0"/>
                        <a:t>34.0</a:t>
                      </a:r>
                    </a:p>
                  </a:txBody>
                  <a:tcPr marL="54864" marR="54864" marT="18288" marB="18288" anchor="ctr"/>
                </a:tc>
                <a:tc>
                  <a:txBody>
                    <a:bodyPr/>
                    <a:lstStyle/>
                    <a:p>
                      <a:pPr algn="l"/>
                      <a:r>
                        <a:rPr sz="1400" b="0"/>
                        <a:t>233.9</a:t>
                      </a:r>
                    </a:p>
                  </a:txBody>
                  <a:tcPr marL="54864" marR="54864" marT="18288" marB="18288" anchor="ctr"/>
                </a:tc>
                <a:tc>
                  <a:txBody>
                    <a:bodyPr/>
                    <a:lstStyle/>
                    <a:p>
                      <a:pPr algn="l"/>
                      <a:r>
                        <a:rPr sz="1400" b="0"/>
                        <a:t>230.5</a:t>
                      </a:r>
                    </a:p>
                  </a:txBody>
                  <a:tcPr marL="54864" marR="54864" marT="18288" marB="18288" anchor="ctr"/>
                </a:tc>
                <a:tc>
                  <a:txBody>
                    <a:bodyPr/>
                    <a:lstStyle/>
                    <a:p>
                      <a:pPr algn="l"/>
                      <a:r>
                        <a:rPr sz="1400" b="0"/>
                        <a:t>n/a</a:t>
                      </a:r>
                    </a:p>
                  </a:txBody>
                  <a:tcPr marL="54864" marR="54864" marT="18288" marB="18288" anchor="ctr"/>
                </a:tc>
              </a:tr>
              <a:tr h="365760">
                <a:tc>
                  <a:txBody>
                    <a:bodyPr/>
                    <a:lstStyle/>
                    <a:p>
                      <a:pPr algn="l"/>
                      <a:r>
                        <a:rPr sz="1400" b="0"/>
                        <a:t>Re on </a:t>
                      </a:r>
                      <a:r>
                        <a:rPr sz="1400" b="0"/>
                        <a:t>C</a:t>
                      </a:r>
                      <a:r>
                        <a:rPr sz="1400" b="0" baseline="-25000"/>
                        <a:t>ref</a:t>
                      </a:r>
                    </a:p>
                  </a:txBody>
                  <a:tcPr marL="54864" marR="54864" marT="18288" marB="18288" anchor="ctr"/>
                </a:tc>
                <a:tc>
                  <a:txBody>
                    <a:bodyPr/>
                    <a:lstStyle/>
                    <a:p>
                      <a:pPr algn="l"/>
                      <a:r>
                        <a:rPr sz="1400" b="0"/>
                        <a:t>0.92×10⁶</a:t>
                      </a:r>
                    </a:p>
                  </a:txBody>
                  <a:tcPr marL="54864" marR="54864" marT="18288" marB="18288" anchor="ctr"/>
                </a:tc>
                <a:tc>
                  <a:txBody>
                    <a:bodyPr/>
                    <a:lstStyle/>
                    <a:p>
                      <a:pPr algn="l"/>
                      <a:r>
                        <a:rPr sz="1400" b="0"/>
                        <a:t>2.1176454×10⁷</a:t>
                      </a:r>
                    </a:p>
                  </a:txBody>
                  <a:tcPr marL="54864" marR="54864" marT="18288" marB="18288" anchor="ctr"/>
                </a:tc>
                <a:tc>
                  <a:txBody>
                    <a:bodyPr/>
                    <a:lstStyle/>
                    <a:p>
                      <a:pPr algn="l"/>
                      <a:r>
                        <a:rPr sz="1400" b="0"/>
                        <a:t>1.6107442×10⁷</a:t>
                      </a:r>
                    </a:p>
                  </a:txBody>
                  <a:tcPr marL="54864" marR="54864" marT="18288" marB="18288" anchor="ctr"/>
                </a:tc>
                <a:tc>
                  <a:txBody>
                    <a:bodyPr/>
                    <a:lstStyle/>
                    <a:p>
                      <a:pPr algn="l"/>
                      <a:r>
                        <a:rPr sz="1400" b="0"/>
                        <a:t>1.0×10⁷ (deck)</a:t>
                      </a:r>
                    </a:p>
                  </a:txBody>
                  <a:tcPr marL="54864" marR="54864" marT="18288" marB="18288" anchor="ctr"/>
                </a:tc>
              </a:tr>
              <a:tr h="365760">
                <a:tc>
                  <a:txBody>
                    <a:bodyPr/>
                    <a:lstStyle/>
                    <a:p>
                      <a:pPr algn="l"/>
                      <a:r>
                        <a:rPr sz="1400" b="0"/>
                        <a:t>Solver</a:t>
                      </a:r>
                    </a:p>
                  </a:txBody>
                  <a:tcPr marL="54864" marR="54864" marT="18288" marB="18288" anchor="ctr"/>
                </a:tc>
                <a:tc>
                  <a:txBody>
                    <a:bodyPr/>
                    <a:lstStyle/>
                    <a:p>
                      <a:pPr algn="l"/>
                      <a:r>
                        <a:rPr sz="1400" b="0"/>
                        <a:t>incompressible, incompressibleFluid</a:t>
                      </a:r>
                    </a:p>
                  </a:txBody>
                  <a:tcPr marL="54864" marR="54864" marT="18288" marB="18288" anchor="ctr"/>
                </a:tc>
                <a:tc>
                  <a:txBody>
                    <a:bodyPr/>
                    <a:lstStyle/>
                    <a:p>
                      <a:pPr algn="l"/>
                      <a:r>
                        <a:rPr sz="1400" b="0"/>
                        <a:t>compressible, fluid transonic</a:t>
                      </a:r>
                    </a:p>
                  </a:txBody>
                  <a:tcPr marL="54864" marR="54864" marT="18288" marB="18288" anchor="ctr"/>
                </a:tc>
                <a:tc>
                  <a:txBody>
                    <a:bodyPr/>
                    <a:lstStyle/>
                    <a:p>
                      <a:pPr algn="l"/>
                      <a:r>
                        <a:rPr sz="1400" b="0"/>
                        <a:t>compressible, fluid transonic</a:t>
                      </a:r>
                    </a:p>
                  </a:txBody>
                  <a:tcPr marL="54864" marR="54864" marT="18288" marB="18288" anchor="ctr"/>
                </a:tc>
                <a:tc>
                  <a:txBody>
                    <a:bodyPr/>
                    <a:lstStyle/>
                    <a:p>
                      <a:pPr algn="l"/>
                      <a:r>
                        <a:rPr sz="1400" b="0"/>
                        <a:t>vortex lattice</a:t>
                      </a:r>
                    </a:p>
                  </a:txBody>
                  <a:tcPr marL="54864" marR="54864" marT="18288" marB="18288" anchor="ctr"/>
                </a:tc>
              </a:tr>
              <a:tr h="365760">
                <a:tc>
                  <a:txBody>
                    <a:bodyPr/>
                    <a:lstStyle/>
                    <a:p>
                      <a:pPr algn="l"/>
                      <a:r>
                        <a:rPr sz="1400" b="0"/>
                        <a:t>Turbulence model</a:t>
                      </a:r>
                    </a:p>
                  </a:txBody>
                  <a:tcPr marL="54864" marR="54864" marT="18288" marB="18288" anchor="ctr"/>
                </a:tc>
                <a:tc>
                  <a:txBody>
                    <a:bodyPr/>
                    <a:lstStyle/>
                    <a:p>
                      <a:pPr algn="l"/>
                      <a:r>
                        <a:rPr sz="1400" b="0"/>
                        <a:t>kOmegaSST</a:t>
                      </a:r>
                    </a:p>
                  </a:txBody>
                  <a:tcPr marL="54864" marR="54864" marT="18288" marB="18288" anchor="ctr"/>
                </a:tc>
                <a:tc>
                  <a:txBody>
                    <a:bodyPr/>
                    <a:lstStyle/>
                    <a:p>
                      <a:pPr algn="l"/>
                      <a:r>
                        <a:rPr sz="1400" b="0"/>
                        <a:t>Spalart-Allmaras</a:t>
                      </a:r>
                    </a:p>
                  </a:txBody>
                  <a:tcPr marL="54864" marR="54864" marT="18288" marB="18288" anchor="ctr"/>
                </a:tc>
                <a:tc>
                  <a:txBody>
                    <a:bodyPr/>
                    <a:lstStyle/>
                    <a:p>
                      <a:pPr algn="l"/>
                      <a:r>
                        <a:rPr sz="1400" b="0"/>
                        <a:t>Spalart-Allmaras</a:t>
                      </a:r>
                    </a:p>
                  </a:txBody>
                  <a:tcPr marL="54864" marR="54864" marT="18288" marB="18288" anchor="ctr"/>
                </a:tc>
                <a:tc>
                  <a:txBody>
                    <a:bodyPr/>
                    <a:lstStyle/>
                    <a:p>
                      <a:pPr algn="l"/>
                      <a:r>
                        <a:rPr sz="1400" b="0"/>
                        <a:t>none</a:t>
                      </a:r>
                    </a:p>
                  </a:txBody>
                  <a:tcPr marL="54864" marR="54864" marT="18288" marB="18288" anchor="ctr"/>
                </a:tc>
              </a:tr>
              <a:tr h="365760">
                <a:tc>
                  <a:txBody>
                    <a:bodyPr/>
                    <a:lstStyle/>
                    <a:p>
                      <a:pPr algn="l"/>
                      <a:r>
                        <a:rPr sz="1400" b="0"/>
                        <a:t>Wall treatment</a:t>
                      </a:r>
                    </a:p>
                  </a:txBody>
                  <a:tcPr marL="54864" marR="54864" marT="18288" marB="18288" anchor="ctr"/>
                </a:tc>
                <a:tc>
                  <a:txBody>
                    <a:bodyPr/>
                    <a:lstStyle/>
                    <a:p>
                      <a:pPr algn="l"/>
                      <a:r>
                        <a:rPr sz="1400" b="0"/>
                        <a:t>resolved, nutLowReWallFunction</a:t>
                      </a:r>
                    </a:p>
                  </a:txBody>
                  <a:tcPr marL="54864" marR="54864" marT="18288" marB="18288" anchor="ctr"/>
                </a:tc>
                <a:tc>
                  <a:txBody>
                    <a:bodyPr/>
                    <a:lstStyle/>
                    <a:p>
                      <a:pPr algn="l"/>
                      <a:r>
                        <a:rPr sz="1400" b="0"/>
                        <a:t>modelled, nutUSpaldingWallFunction</a:t>
                      </a:r>
                    </a:p>
                  </a:txBody>
                  <a:tcPr marL="54864" marR="54864" marT="18288" marB="18288" anchor="ctr"/>
                </a:tc>
                <a:tc>
                  <a:txBody>
                    <a:bodyPr/>
                    <a:lstStyle/>
                    <a:p>
                      <a:pPr algn="l"/>
                      <a:r>
                        <a:rPr sz="1400" b="0"/>
                        <a:t>modelled, nutUSpaldingWallFunction</a:t>
                      </a:r>
                    </a:p>
                  </a:txBody>
                  <a:tcPr marL="54864" marR="54864" marT="18288" marB="18288" anchor="ctr"/>
                </a:tc>
                <a:tc>
                  <a:txBody>
                    <a:bodyPr/>
                    <a:lstStyle/>
                    <a:p>
                      <a:pPr algn="l"/>
                      <a:r>
                        <a:rPr sz="1400" b="0"/>
                        <a:t>none</a:t>
                      </a:r>
                    </a:p>
                  </a:txBody>
                  <a:tcPr marL="54864" marR="54864" marT="18288" marB="18288" anchor="ctr"/>
                </a:tc>
              </a:tr>
              <a:tr h="365760">
                <a:tc>
                  <a:txBody>
                    <a:bodyPr/>
                    <a:lstStyle/>
                    <a:p>
                      <a:pPr algn="l"/>
                      <a:r>
                        <a:rPr sz="1400" b="0"/>
                        <a:t>First-cell </a:t>
                      </a:r>
                      <a:r>
                        <a:rPr sz="1400" b="0"/>
                        <a:t>y</a:t>
                      </a:r>
                      <a:r>
                        <a:rPr sz="1400" b="0" baseline="30000"/>
                        <a:t>+</a:t>
                      </a:r>
                      <a:r>
                        <a:rPr sz="1400" b="0"/>
                        <a:t>, top / centre</a:t>
                      </a:r>
                    </a:p>
                  </a:txBody>
                  <a:tcPr marL="54864" marR="54864" marT="18288" marB="18288" anchor="ctr"/>
                </a:tc>
                <a:tc>
                  <a:txBody>
                    <a:bodyPr/>
                    <a:lstStyle/>
                    <a:p>
                      <a:pPr algn="l"/>
                      <a:r>
                        <a:rPr sz="1400" b="0"/>
                        <a:t>0.541 / 0.270</a:t>
                      </a:r>
                    </a:p>
                  </a:txBody>
                  <a:tcPr marL="54864" marR="54864" marT="18288" marB="18288" anchor="ctr"/>
                </a:tc>
                <a:tc>
                  <a:txBody>
                    <a:bodyPr/>
                    <a:lstStyle/>
                    <a:p>
                      <a:pPr algn="l"/>
                      <a:r>
                        <a:rPr sz="1400" b="0"/>
                        <a:t>80.3 / 40.1</a:t>
                      </a:r>
                    </a:p>
                  </a:txBody>
                  <a:tcPr marL="54864" marR="54864" marT="18288" marB="18288" anchor="ctr"/>
                </a:tc>
                <a:tc>
                  <a:txBody>
                    <a:bodyPr/>
                    <a:lstStyle/>
                    <a:p>
                      <a:pPr algn="l"/>
                      <a:r>
                        <a:rPr sz="1400" b="0"/>
                        <a:t>80.3 / 40.1</a:t>
                      </a:r>
                    </a:p>
                  </a:txBody>
                  <a:tcPr marL="54864" marR="54864" marT="18288" marB="18288" anchor="ctr"/>
                </a:tc>
                <a:tc>
                  <a:txBody>
                    <a:bodyPr/>
                    <a:lstStyle/>
                    <a:p>
                      <a:pPr algn="l"/>
                      <a:r>
                        <a:rPr sz="1400" b="0"/>
                        <a:t>n/a</a:t>
                      </a:r>
                    </a:p>
                  </a:txBody>
                  <a:tcPr marL="54864" marR="54864" marT="18288" marB="18288" anchor="ctr"/>
                </a:tc>
              </a:tr>
              <a:tr h="365760">
                <a:tc>
                  <a:txBody>
                    <a:bodyPr/>
                    <a:lstStyle/>
                    <a:p>
                      <a:pPr algn="l"/>
                      <a:r>
                        <a:rPr sz="1400" b="0"/>
                        <a:t>Prism layers</a:t>
                      </a:r>
                    </a:p>
                  </a:txBody>
                  <a:tcPr marL="54864" marR="54864" marT="18288" marB="18288" anchor="ctr"/>
                </a:tc>
                <a:tc>
                  <a:txBody>
                    <a:bodyPr/>
                    <a:lstStyle/>
                    <a:p>
                      <a:pPr algn="l"/>
                      <a:r>
                        <a:rPr sz="1400" b="0"/>
                        <a:t>11, first 4.5 µm, r 1.450</a:t>
                      </a:r>
                    </a:p>
                  </a:txBody>
                  <a:tcPr marL="54864" marR="54864" marT="18288" marB="18288" anchor="ctr"/>
                </a:tc>
                <a:tc>
                  <a:txBody>
                    <a:bodyPr/>
                    <a:lstStyle/>
                    <a:p>
                      <a:pPr algn="l"/>
                      <a:r>
                        <a:rPr sz="1400" b="0"/>
                        <a:t>5, first 43.7 µm, r 1.300</a:t>
                      </a:r>
                    </a:p>
                  </a:txBody>
                  <a:tcPr marL="54864" marR="54864" marT="18288" marB="18288" anchor="ctr"/>
                </a:tc>
                <a:tc>
                  <a:txBody>
                    <a:bodyPr/>
                    <a:lstStyle/>
                    <a:p>
                      <a:pPr algn="l"/>
                      <a:r>
                        <a:rPr sz="1400" b="0"/>
                        <a:t>5, first 43.7 µm, r 1.300</a:t>
                      </a:r>
                    </a:p>
                  </a:txBody>
                  <a:tcPr marL="54864" marR="54864" marT="18288" marB="18288" anchor="ctr"/>
                </a:tc>
                <a:tc>
                  <a:txBody>
                    <a:bodyPr/>
                    <a:lstStyle/>
                    <a:p>
                      <a:pPr algn="l"/>
                      <a:r>
                        <a:rPr sz="1400" b="0"/>
                        <a:t>n/a</a:t>
                      </a:r>
                    </a:p>
                  </a:txBody>
                  <a:tcPr marL="54864" marR="54864" marT="18288" marB="18288" anchor="ctr"/>
                </a:tc>
              </a:tr>
              <a:tr h="365760">
                <a:tc>
                  <a:txBody>
                    <a:bodyPr/>
                    <a:lstStyle/>
                    <a:p>
                      <a:pPr algn="l"/>
                      <a:r>
                        <a:rPr sz="1400" b="0"/>
                        <a:t>Surface cell</a:t>
                      </a:r>
                    </a:p>
                  </a:txBody>
                  <a:tcPr marL="54864" marR="54864" marT="18288" marB="18288" anchor="ctr"/>
                </a:tc>
                <a:tc>
                  <a:txBody>
                    <a:bodyPr/>
                    <a:lstStyle/>
                    <a:p>
                      <a:pPr algn="l"/>
                      <a:r>
                        <a:rPr sz="1400" b="0"/>
                        <a:t>level 11, 0.488 mm</a:t>
                      </a:r>
                    </a:p>
                  </a:txBody>
                  <a:tcPr marL="54864" marR="54864" marT="18288" marB="18288" anchor="ctr"/>
                </a:tc>
                <a:tc>
                  <a:txBody>
                    <a:bodyPr/>
                    <a:lstStyle/>
                    <a:p>
                      <a:pPr algn="l"/>
                      <a:r>
                        <a:rPr sz="1400" b="0"/>
                        <a:t>level 11, 0.488 mm</a:t>
                      </a:r>
                    </a:p>
                  </a:txBody>
                  <a:tcPr marL="54864" marR="54864" marT="18288" marB="18288" anchor="ctr"/>
                </a:tc>
                <a:tc>
                  <a:txBody>
                    <a:bodyPr/>
                    <a:lstStyle/>
                    <a:p>
                      <a:pPr algn="l"/>
                      <a:r>
                        <a:rPr sz="1400" b="0"/>
                        <a:t>level 11, 0.488 mm</a:t>
                      </a:r>
                    </a:p>
                  </a:txBody>
                  <a:tcPr marL="54864" marR="54864" marT="18288" marB="18288" anchor="ctr"/>
                </a:tc>
                <a:tc>
                  <a:txBody>
                    <a:bodyPr/>
                    <a:lstStyle/>
                    <a:p>
                      <a:pPr algn="l"/>
                      <a:r>
                        <a:rPr sz="1400" b="0"/>
                        <a:t>n/a</a:t>
                      </a:r>
                    </a:p>
                  </a:txBody>
                  <a:tcPr marL="54864" marR="54864" marT="18288" marB="18288" anchor="ct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The six geometries</a:t>
            </a:r>
          </a:p>
        </p:txBody>
      </p:sp>
      <p:sp>
        <p:nvSpPr>
          <p:cNvPr id="3" name="TextBox 2"/>
          <p:cNvSpPr txBox="1"/>
          <p:nvPr/>
        </p:nvSpPr>
        <p:spPr>
          <a:xfrm>
            <a:off x="694944" y="1371600"/>
            <a:ext cx="10789920" cy="731520"/>
          </a:xfrm>
          <a:prstGeom prst="rect">
            <a:avLst/>
          </a:prstGeom>
          <a:noFill/>
        </p:spPr>
        <p:txBody>
          <a:bodyPr wrap="square" lIns="18288" rIns="18288" tIns="0" bIns="0">
            <a:spAutoFit/>
          </a:bodyPr>
          <a:lstStyle/>
          <a:p>
            <a:pPr marL="256032" indent="-256032">
              <a:spcAft>
                <a:spcPts val="200"/>
              </a:spcAft>
              <a:buChar char="•"/>
            </a:pPr>
            <a:r>
              <a:rPr sz="1800" b="0"/>
              <a:t>Three mechanisms, five candidates, one rigid baseline B.</a:t>
            </a:r>
          </a:p>
          <a:p>
            <a:pPr marL="256032" indent="-256032">
              <a:spcAft>
                <a:spcPts val="200"/>
              </a:spcAft>
              <a:buChar char="•"/>
            </a:pPr>
            <a:r>
              <a:rPr sz="1800" b="0"/>
              <a:t>Trailing edge moves 3 to 7 mm over the outer 39% span.</a:t>
            </a:r>
          </a:p>
        </p:txBody>
      </p:sp>
      <p:graphicFrame>
        <p:nvGraphicFramePr>
          <p:cNvPr id="4" name="Table 3"/>
          <p:cNvGraphicFramePr>
            <a:graphicFrameLocks noGrp="1"/>
          </p:cNvGraphicFramePr>
          <p:nvPr/>
        </p:nvGraphicFramePr>
        <p:xfrm>
          <a:off x="694944" y="2286000"/>
          <a:ext cx="10789920" cy="2468880"/>
        </p:xfrm>
        <a:graphic>
          <a:graphicData uri="http://schemas.openxmlformats.org/drawingml/2006/table">
            <a:tbl>
              <a:tblPr firstRow="1" bandRow="1">
                <a:tableStyleId>{5C22544A-7EE6-4342-B048-85BDC9FD1C3A}</a:tableStyleId>
              </a:tblPr>
              <a:tblGrid>
                <a:gridCol w="548640"/>
                <a:gridCol w="2194560"/>
                <a:gridCol w="2194560"/>
                <a:gridCol w="2926080"/>
                <a:gridCol w="1463040"/>
                <a:gridCol w="1463040"/>
              </a:tblGrid>
              <a:tr h="411480">
                <a:tc>
                  <a:txBody>
                    <a:bodyPr/>
                    <a:lstStyle/>
                    <a:p>
                      <a:pPr algn="l"/>
                      <a:r>
                        <a:rPr sz="1500" b="1"/>
                        <a:t>ID</a:t>
                      </a:r>
                    </a:p>
                  </a:txBody>
                  <a:tcPr marL="54864" marR="54864" marT="18288" marB="18288" anchor="ctr"/>
                </a:tc>
                <a:tc>
                  <a:txBody>
                    <a:bodyPr/>
                    <a:lstStyle/>
                    <a:p>
                      <a:pPr algn="l"/>
                      <a:r>
                        <a:rPr sz="1500" b="1"/>
                        <a:t>DSO case</a:t>
                      </a:r>
                    </a:p>
                  </a:txBody>
                  <a:tcPr marL="54864" marR="54864" marT="18288" marB="18288" anchor="ctr"/>
                </a:tc>
                <a:tc>
                  <a:txBody>
                    <a:bodyPr/>
                    <a:lstStyle/>
                    <a:p>
                      <a:pPr algn="l"/>
                      <a:r>
                        <a:rPr sz="1500" b="1"/>
                        <a:t>Concept</a:t>
                      </a:r>
                    </a:p>
                  </a:txBody>
                  <a:tcPr marL="54864" marR="54864" marT="18288" marB="18288" anchor="ctr"/>
                </a:tc>
                <a:tc>
                  <a:txBody>
                    <a:bodyPr/>
                    <a:lstStyle/>
                    <a:p>
                      <a:pPr algn="l"/>
                      <a:r>
                        <a:rPr sz="1500" b="1"/>
                        <a:t>What moves</a:t>
                      </a:r>
                    </a:p>
                  </a:txBody>
                  <a:tcPr marL="54864" marR="54864" marT="18288" marB="18288" anchor="ctr"/>
                </a:tc>
                <a:tc>
                  <a:txBody>
                    <a:bodyPr/>
                    <a:lstStyle/>
                    <a:p>
                      <a:pPr algn="l"/>
                      <a:r>
                        <a:rPr sz="1500" b="1"/>
                        <a:t>Span, η</a:t>
                      </a:r>
                    </a:p>
                  </a:txBody>
                  <a:tcPr marL="54864" marR="54864" marT="18288" marB="18288" anchor="ctr"/>
                </a:tc>
                <a:tc>
                  <a:txBody>
                    <a:bodyPr/>
                    <a:lstStyle/>
                    <a:p>
                      <a:pPr algn="r"/>
                      <a:r>
                        <a:rPr sz="1500" b="1"/>
                        <a:t>Peak TE (mm)</a:t>
                      </a:r>
                    </a:p>
                  </a:txBody>
                  <a:tcPr marL="54864" marR="54864" marT="18288" marB="18288" anchor="ctr"/>
                </a:tc>
              </a:tr>
              <a:tr h="411480">
                <a:tc>
                  <a:txBody>
                    <a:bodyPr/>
                    <a:lstStyle/>
                    <a:p>
                      <a:pPr algn="l"/>
                      <a:r>
                        <a:rPr sz="1500" b="0"/>
                        <a:t>C</a:t>
                      </a:r>
                    </a:p>
                  </a:txBody>
                  <a:tcPr marL="54864" marR="54864" marT="18288" marB="18288" anchor="ctr"/>
                </a:tc>
                <a:tc>
                  <a:txBody>
                    <a:bodyPr/>
                    <a:lstStyle/>
                    <a:p>
                      <a:pPr algn="l"/>
                      <a:r>
                        <a:rPr sz="1500" b="0"/>
                        <a:t>cte_i002_c04</a:t>
                      </a:r>
                    </a:p>
                  </a:txBody>
                  <a:tcPr marL="54864" marR="54864" marT="18288" marB="18288" anchor="ctr"/>
                </a:tc>
                <a:tc>
                  <a:txBody>
                    <a:bodyPr/>
                    <a:lstStyle/>
                    <a:p>
                      <a:pPr algn="l"/>
                      <a:r>
                        <a:rPr sz="1500" b="0"/>
                        <a:t>trailing-edge camber</a:t>
                      </a:r>
                    </a:p>
                  </a:txBody>
                  <a:tcPr marL="54864" marR="54864" marT="18288" marB="18288" anchor="ctr"/>
                </a:tc>
                <a:tc>
                  <a:txBody>
                    <a:bodyPr/>
                    <a:lstStyle/>
                    <a:p>
                      <a:pPr algn="l"/>
                      <a:r>
                        <a:rPr sz="1500" b="0"/>
                        <a:t>aft chord from x/c 0.62</a:t>
                      </a:r>
                    </a:p>
                  </a:txBody>
                  <a:tcPr marL="54864" marR="54864" marT="18288" marB="18288" anchor="ctr"/>
                </a:tc>
                <a:tc>
                  <a:txBody>
                    <a:bodyPr/>
                    <a:lstStyle/>
                    <a:p>
                      <a:pPr algn="l"/>
                      <a:r>
                        <a:rPr sz="1500" b="0"/>
                        <a:t>0.6125 to tip</a:t>
                      </a:r>
                    </a:p>
                  </a:txBody>
                  <a:tcPr marL="54864" marR="54864" marT="18288" marB="18288" anchor="ctr"/>
                </a:tc>
                <a:tc>
                  <a:txBody>
                    <a:bodyPr/>
                    <a:lstStyle/>
                    <a:p>
                      <a:pPr algn="r"/>
                      <a:r>
                        <a:rPr sz="1500" b="0"/>
                        <a:t>6.89</a:t>
                      </a:r>
                    </a:p>
                  </a:txBody>
                  <a:tcPr marL="54864" marR="54864" marT="18288" marB="18288" anchor="ctr"/>
                </a:tc>
              </a:tr>
              <a:tr h="411480">
                <a:tc>
                  <a:txBody>
                    <a:bodyPr/>
                    <a:lstStyle/>
                    <a:p>
                      <a:pPr algn="l"/>
                      <a:r>
                        <a:rPr sz="1500" b="0"/>
                        <a:t>F</a:t>
                      </a:r>
                    </a:p>
                  </a:txBody>
                  <a:tcPr marL="54864" marR="54864" marT="18288" marB="18288" anchor="ctr"/>
                </a:tc>
                <a:tc>
                  <a:txBody>
                    <a:bodyPr/>
                    <a:lstStyle/>
                    <a:p>
                      <a:pPr algn="l"/>
                      <a:r>
                        <a:rPr sz="1500" b="0"/>
                        <a:t>cfft_b02_c01</a:t>
                      </a:r>
                    </a:p>
                  </a:txBody>
                  <a:tcPr marL="54864" marR="54864" marT="18288" marB="18288" anchor="ctr"/>
                </a:tc>
                <a:tc>
                  <a:txBody>
                    <a:bodyPr/>
                    <a:lstStyle/>
                    <a:p>
                      <a:pPr algn="l"/>
                      <a:r>
                        <a:rPr sz="1500" b="0"/>
                        <a:t>trailing-edge camber</a:t>
                      </a:r>
                    </a:p>
                  </a:txBody>
                  <a:tcPr marL="54864" marR="54864" marT="18288" marB="18288" anchor="ctr"/>
                </a:tc>
                <a:tc>
                  <a:txBody>
                    <a:bodyPr/>
                    <a:lstStyle/>
                    <a:p>
                      <a:pPr algn="l"/>
                      <a:r>
                        <a:rPr sz="1500" b="0"/>
                        <a:t>aft chord from x/c 0.62</a:t>
                      </a:r>
                    </a:p>
                  </a:txBody>
                  <a:tcPr marL="54864" marR="54864" marT="18288" marB="18288" anchor="ctr"/>
                </a:tc>
                <a:tc>
                  <a:txBody>
                    <a:bodyPr/>
                    <a:lstStyle/>
                    <a:p>
                      <a:pPr algn="l"/>
                      <a:r>
                        <a:rPr sz="1500" b="0"/>
                        <a:t>0.6125 to tip</a:t>
                      </a:r>
                    </a:p>
                  </a:txBody>
                  <a:tcPr marL="54864" marR="54864" marT="18288" marB="18288" anchor="ctr"/>
                </a:tc>
                <a:tc>
                  <a:txBody>
                    <a:bodyPr/>
                    <a:lstStyle/>
                    <a:p>
                      <a:pPr algn="r"/>
                      <a:r>
                        <a:rPr sz="1500" b="0"/>
                        <a:t>3.45</a:t>
                      </a:r>
                    </a:p>
                  </a:txBody>
                  <a:tcPr marL="54864" marR="54864" marT="18288" marB="18288" anchor="ctr"/>
                </a:tc>
              </a:tr>
              <a:tr h="411480">
                <a:tc>
                  <a:txBody>
                    <a:bodyPr/>
                    <a:lstStyle/>
                    <a:p>
                      <a:pPr algn="l"/>
                      <a:r>
                        <a:rPr sz="1500" b="0"/>
                        <a:t>H</a:t>
                      </a:r>
                    </a:p>
                  </a:txBody>
                  <a:tcPr marL="54864" marR="54864" marT="18288" marB="18288" anchor="ctr"/>
                </a:tc>
                <a:tc>
                  <a:txBody>
                    <a:bodyPr/>
                    <a:lstStyle/>
                    <a:p>
                      <a:pPr algn="l"/>
                      <a:r>
                        <a:rPr sz="1500" b="0"/>
                        <a:t>chc_g02_c06</a:t>
                      </a:r>
                    </a:p>
                  </a:txBody>
                  <a:tcPr marL="54864" marR="54864" marT="18288" marB="18288" anchor="ctr"/>
                </a:tc>
                <a:tc>
                  <a:txBody>
                    <a:bodyPr/>
                    <a:lstStyle/>
                    <a:p>
                      <a:pPr algn="l"/>
                      <a:r>
                        <a:rPr sz="1500" b="0"/>
                        <a:t>hinged flap</a:t>
                      </a:r>
                    </a:p>
                  </a:txBody>
                  <a:tcPr marL="54864" marR="54864" marT="18288" marB="18288" anchor="ctr"/>
                </a:tc>
                <a:tc>
                  <a:txBody>
                    <a:bodyPr/>
                    <a:lstStyle/>
                    <a:p>
                      <a:pPr algn="l"/>
                      <a:r>
                        <a:rPr sz="1500" b="0"/>
                        <a:t>flap aft of x/c 0.70</a:t>
                      </a:r>
                    </a:p>
                  </a:txBody>
                  <a:tcPr marL="54864" marR="54864" marT="18288" marB="18288" anchor="ctr"/>
                </a:tc>
                <a:tc>
                  <a:txBody>
                    <a:bodyPr/>
                    <a:lstStyle/>
                    <a:p>
                      <a:pPr algn="l"/>
                      <a:r>
                        <a:rPr sz="1500" b="0"/>
                        <a:t>0.710 to 0.970</a:t>
                      </a:r>
                    </a:p>
                  </a:txBody>
                  <a:tcPr marL="54864" marR="54864" marT="18288" marB="18288" anchor="ctr"/>
                </a:tc>
                <a:tc>
                  <a:txBody>
                    <a:bodyPr/>
                    <a:lstStyle/>
                    <a:p>
                      <a:pPr algn="r"/>
                      <a:r>
                        <a:rPr sz="1500" b="0"/>
                        <a:t>3.15</a:t>
                      </a:r>
                    </a:p>
                  </a:txBody>
                  <a:tcPr marL="54864" marR="54864" marT="18288" marB="18288" anchor="ctr"/>
                </a:tc>
              </a:tr>
              <a:tr h="411480">
                <a:tc>
                  <a:txBody>
                    <a:bodyPr/>
                    <a:lstStyle/>
                    <a:p>
                      <a:pPr algn="l"/>
                      <a:r>
                        <a:rPr sz="1500" b="0"/>
                        <a:t>M</a:t>
                      </a:r>
                    </a:p>
                  </a:txBody>
                  <a:tcPr marL="54864" marR="54864" marT="18288" marB="18288" anchor="ctr"/>
                </a:tc>
                <a:tc>
                  <a:txBody>
                    <a:bodyPr/>
                    <a:lstStyle/>
                    <a:p>
                      <a:pPr algn="l"/>
                      <a:r>
                        <a:rPr sz="1500" b="0"/>
                        <a:t>mcv2_i002_c01</a:t>
                      </a:r>
                    </a:p>
                  </a:txBody>
                  <a:tcPr marL="54864" marR="54864" marT="18288" marB="18288" anchor="ctr"/>
                </a:tc>
                <a:tc>
                  <a:txBody>
                    <a:bodyPr/>
                    <a:lstStyle/>
                    <a:p>
                      <a:pPr algn="l"/>
                      <a:r>
                        <a:rPr sz="1500" b="0"/>
                        <a:t>trailing-edge camber</a:t>
                      </a:r>
                    </a:p>
                  </a:txBody>
                  <a:tcPr marL="54864" marR="54864" marT="18288" marB="18288" anchor="ctr"/>
                </a:tc>
                <a:tc>
                  <a:txBody>
                    <a:bodyPr/>
                    <a:lstStyle/>
                    <a:p>
                      <a:pPr algn="l"/>
                      <a:r>
                        <a:rPr sz="1500" b="0"/>
                        <a:t>aft chord from x/c 0.62</a:t>
                      </a:r>
                    </a:p>
                  </a:txBody>
                  <a:tcPr marL="54864" marR="54864" marT="18288" marB="18288" anchor="ctr"/>
                </a:tc>
                <a:tc>
                  <a:txBody>
                    <a:bodyPr/>
                    <a:lstStyle/>
                    <a:p>
                      <a:pPr algn="l"/>
                      <a:r>
                        <a:rPr sz="1500" b="0"/>
                        <a:t>0.6125 to tip</a:t>
                      </a:r>
                    </a:p>
                  </a:txBody>
                  <a:tcPr marL="54864" marR="54864" marT="18288" marB="18288" anchor="ctr"/>
                </a:tc>
                <a:tc>
                  <a:txBody>
                    <a:bodyPr/>
                    <a:lstStyle/>
                    <a:p>
                      <a:pPr algn="r"/>
                      <a:r>
                        <a:rPr sz="1500" b="0"/>
                        <a:t>7.29</a:t>
                      </a:r>
                    </a:p>
                  </a:txBody>
                  <a:tcPr marL="54864" marR="54864" marT="18288" marB="18288" anchor="ctr"/>
                </a:tc>
              </a:tr>
              <a:tr h="411480">
                <a:tc>
                  <a:txBody>
                    <a:bodyPr/>
                    <a:lstStyle/>
                    <a:p>
                      <a:pPr algn="l"/>
                      <a:r>
                        <a:rPr sz="1500" b="0"/>
                        <a:t>W</a:t>
                      </a:r>
                    </a:p>
                  </a:txBody>
                  <a:tcPr marL="54864" marR="54864" marT="18288" marB="18288" anchor="ctr"/>
                </a:tc>
                <a:tc>
                  <a:txBody>
                    <a:bodyPr/>
                    <a:lstStyle/>
                    <a:p>
                      <a:pPr algn="l"/>
                      <a:r>
                        <a:rPr sz="1500" b="0"/>
                        <a:t>cffw_b01_c01</a:t>
                      </a:r>
                    </a:p>
                  </a:txBody>
                  <a:tcPr marL="54864" marR="54864" marT="18288" marB="18288" anchor="ctr"/>
                </a:tc>
                <a:tc>
                  <a:txBody>
                    <a:bodyPr/>
                    <a:lstStyle/>
                    <a:p>
                      <a:pPr algn="l"/>
                      <a:r>
                        <a:rPr sz="1500" b="0"/>
                        <a:t>distributed twist</a:t>
                      </a:r>
                    </a:p>
                  </a:txBody>
                  <a:tcPr marL="54864" marR="54864" marT="18288" marB="18288" anchor="ctr"/>
                </a:tc>
                <a:tc>
                  <a:txBody>
                    <a:bodyPr/>
                    <a:lstStyle/>
                    <a:p>
                      <a:pPr algn="l"/>
                      <a:r>
                        <a:rPr sz="1500" b="0"/>
                        <a:t>whole section, about x/c 0.25</a:t>
                      </a:r>
                    </a:p>
                  </a:txBody>
                  <a:tcPr marL="54864" marR="54864" marT="18288" marB="18288" anchor="ctr"/>
                </a:tc>
                <a:tc>
                  <a:txBody>
                    <a:bodyPr/>
                    <a:lstStyle/>
                    <a:p>
                      <a:pPr algn="l"/>
                      <a:r>
                        <a:rPr sz="1500" b="0"/>
                        <a:t>0.6125 to tip</a:t>
                      </a:r>
                    </a:p>
                  </a:txBody>
                  <a:tcPr marL="54864" marR="54864" marT="18288" marB="18288" anchor="ctr"/>
                </a:tc>
                <a:tc>
                  <a:txBody>
                    <a:bodyPr/>
                    <a:lstStyle/>
                    <a:p>
                      <a:pPr algn="r"/>
                      <a:r>
                        <a:rPr sz="1500" b="0"/>
                        <a:t>5.72</a:t>
                      </a:r>
                    </a:p>
                  </a:txBody>
                  <a:tcPr marL="54864" marR="54864" marT="18288" marB="18288" anchor="ct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Where each concept moves the surface</a:t>
            </a:r>
          </a:p>
        </p:txBody>
      </p:sp>
      <p:pic>
        <p:nvPicPr>
          <p:cNvPr id="3" name="Picture 2" descr="deck_concept.png"/>
          <p:cNvPicPr>
            <a:picLocks noChangeAspect="1"/>
          </p:cNvPicPr>
          <p:nvPr/>
        </p:nvPicPr>
        <p:blipFill>
          <a:blip r:embed="rId2"/>
          <a:stretch>
            <a:fillRect/>
          </a:stretch>
        </p:blipFill>
        <p:spPr>
          <a:xfrm>
            <a:off x="566928" y="1463040"/>
            <a:ext cx="11064240" cy="4114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The pipeline, end to end</a:t>
            </a:r>
          </a:p>
        </p:txBody>
      </p:sp>
      <p:pic>
        <p:nvPicPr>
          <p:cNvPr id="3" name="Picture 2" descr="deck_pipeline_simple.png"/>
          <p:cNvPicPr>
            <a:picLocks noChangeAspect="1"/>
          </p:cNvPicPr>
          <p:nvPr/>
        </p:nvPicPr>
        <p:blipFill>
          <a:blip r:embed="rId2"/>
          <a:stretch>
            <a:fillRect/>
          </a:stretch>
        </p:blipFill>
        <p:spPr>
          <a:xfrm>
            <a:off x="566928" y="1417320"/>
            <a:ext cx="11064240" cy="1463040"/>
          </a:xfrm>
          <a:prstGeom prst="rect">
            <a:avLst/>
          </a:prstGeom>
        </p:spPr>
      </p:pic>
      <p:sp>
        <p:nvSpPr>
          <p:cNvPr id="4" name="TextBox 3"/>
          <p:cNvSpPr txBox="1"/>
          <p:nvPr/>
        </p:nvSpPr>
        <p:spPr>
          <a:xfrm>
            <a:off x="694944" y="3200400"/>
            <a:ext cx="10789920" cy="2286000"/>
          </a:xfrm>
          <a:prstGeom prst="rect">
            <a:avLst/>
          </a:prstGeom>
          <a:noFill/>
        </p:spPr>
        <p:txBody>
          <a:bodyPr wrap="square" lIns="18288" rIns="18288" tIns="0" bIns="0">
            <a:spAutoFit/>
          </a:bodyPr>
          <a:lstStyle/>
          <a:p>
            <a:pPr marL="256032" indent="-256032">
              <a:spcAft>
                <a:spcPts val="1200"/>
              </a:spcAft>
              <a:buChar char="•"/>
            </a:pPr>
            <a:r>
              <a:rPr sz="2000" b="0"/>
              <a:t>Geometry: scale feet to metres, strip non-wing solids, close the cap.</a:t>
            </a:r>
          </a:p>
          <a:p>
            <a:pPr marL="256032" indent="-256032">
              <a:spcAft>
                <a:spcPts val="1200"/>
              </a:spcAft>
              <a:buChar char="•"/>
            </a:pPr>
            <a:r>
              <a:rPr sz="2000" b="0"/>
              <a:t>Every case: mesh, three-angle bracket, trim, gate, run card.</a:t>
            </a:r>
          </a:p>
          <a:p>
            <a:pPr marL="256032" indent="-256032">
              <a:spcAft>
                <a:spcPts val="1200"/>
              </a:spcAft>
              <a:buChar char="•"/>
            </a:pPr>
            <a:r>
              <a:rPr sz="2000" b="0"/>
              <a:t>Every table and figure regenerates by script from one harvested file.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The automated pipeline in detail</a:t>
            </a:r>
          </a:p>
        </p:txBody>
      </p:sp>
      <p:pic>
        <p:nvPicPr>
          <p:cNvPr id="3" name="Picture 2" descr="deck_pipeline.png"/>
          <p:cNvPicPr>
            <a:picLocks noChangeAspect="1"/>
          </p:cNvPicPr>
          <p:nvPr/>
        </p:nvPicPr>
        <p:blipFill>
          <a:blip r:embed="rId2"/>
          <a:stretch>
            <a:fillRect/>
          </a:stretch>
        </p:blipFill>
        <p:spPr>
          <a:xfrm>
            <a:off x="566928" y="1298448"/>
            <a:ext cx="11064240" cy="4160520"/>
          </a:xfrm>
          <a:prstGeom prst="rect">
            <a:avLst/>
          </a:prstGeom>
        </p:spPr>
      </p:pic>
      <p:sp>
        <p:nvSpPr>
          <p:cNvPr id="4" name="TextBox 3"/>
          <p:cNvSpPr txBox="1"/>
          <p:nvPr/>
        </p:nvSpPr>
        <p:spPr>
          <a:xfrm>
            <a:off x="694944" y="5559552"/>
            <a:ext cx="10789920" cy="548640"/>
          </a:xfrm>
          <a:prstGeom prst="rect">
            <a:avLst/>
          </a:prstGeom>
          <a:noFill/>
        </p:spPr>
        <p:txBody>
          <a:bodyPr wrap="square" lIns="18288" rIns="18288" tIns="0" bIns="0">
            <a:spAutoFit/>
          </a:bodyPr>
          <a:lstStyle/>
          <a:p>
            <a:pPr marL="256032" indent="-256032">
              <a:spcAft>
                <a:spcPts val="700"/>
              </a:spcAft>
              <a:buChar char="•"/>
            </a:pPr>
            <a:r>
              <a:rPr sz="1800" b="0"/>
              <a:t>Every geometry flies at one lift; drag at different lift compares nothing.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Quantities of interest: the contents of the results</a:t>
            </a:r>
          </a:p>
        </p:txBody>
      </p:sp>
      <p:graphicFrame>
        <p:nvGraphicFramePr>
          <p:cNvPr id="3" name="Table 2"/>
          <p:cNvGraphicFramePr>
            <a:graphicFrameLocks noGrp="1"/>
          </p:cNvGraphicFramePr>
          <p:nvPr/>
        </p:nvGraphicFramePr>
        <p:xfrm>
          <a:off x="694944" y="1371600"/>
          <a:ext cx="10789920" cy="3657600"/>
        </p:xfrm>
        <a:graphic>
          <a:graphicData uri="http://schemas.openxmlformats.org/drawingml/2006/table">
            <a:tbl>
              <a:tblPr firstRow="1" bandRow="1">
                <a:tableStyleId>{5C22544A-7EE6-4342-B048-85BDC9FD1C3A}</a:tableStyleId>
              </a:tblPr>
              <a:tblGrid>
                <a:gridCol w="2148840"/>
                <a:gridCol w="2743200"/>
                <a:gridCol w="1600200"/>
                <a:gridCol w="1691640"/>
                <a:gridCol w="1417320"/>
                <a:gridCol w="1188720"/>
              </a:tblGrid>
              <a:tr h="457200">
                <a:tc>
                  <a:txBody>
                    <a:bodyPr/>
                    <a:lstStyle/>
                    <a:p>
                      <a:pPr algn="l"/>
                      <a:r>
                        <a:rPr sz="1400" b="1"/>
                        <a:t>Quantity</a:t>
                      </a:r>
                    </a:p>
                  </a:txBody>
                  <a:tcPr marL="54864" marR="54864" marT="18288" marB="18288" anchor="ctr"/>
                </a:tc>
                <a:tc>
                  <a:txBody>
                    <a:bodyPr/>
                    <a:lstStyle/>
                    <a:p>
                      <a:pPr algn="l"/>
                      <a:r>
                        <a:rPr sz="1400" b="1"/>
                        <a:t>Definition</a:t>
                      </a:r>
                    </a:p>
                  </a:txBody>
                  <a:tcPr marL="54864" marR="54864" marT="18288" marB="18288" anchor="ctr"/>
                </a:tc>
                <a:tc>
                  <a:txBody>
                    <a:bodyPr/>
                    <a:lstStyle/>
                    <a:p>
                      <a:pPr algn="l"/>
                      <a:r>
                        <a:rPr sz="1400" b="1"/>
                        <a:t>VLM (slide)</a:t>
                      </a:r>
                    </a:p>
                  </a:txBody>
                  <a:tcPr marL="54864" marR="54864" marT="18288" marB="18288" anchor="ctr"/>
                </a:tc>
                <a:tc>
                  <a:txBody>
                    <a:bodyPr/>
                    <a:lstStyle/>
                    <a:p>
                      <a:pPr algn="l"/>
                      <a:r>
                        <a:rPr sz="1400" b="1"/>
                        <a:t>RANS (slide)</a:t>
                      </a:r>
                    </a:p>
                  </a:txBody>
                  <a:tcPr marL="54864" marR="54864" marT="18288" marB="18288" anchor="ctr"/>
                </a:tc>
                <a:tc>
                  <a:txBody>
                    <a:bodyPr/>
                    <a:lstStyle/>
                    <a:p>
                      <a:pPr algn="l"/>
                      <a:r>
                        <a:rPr sz="1400" b="1"/>
                        <a:t>Baseline, VLM</a:t>
                      </a:r>
                    </a:p>
                  </a:txBody>
                  <a:tcPr marL="54864" marR="54864" marT="18288" marB="18288" anchor="ctr"/>
                </a:tc>
                <a:tc>
                  <a:txBody>
                    <a:bodyPr/>
                    <a:lstStyle/>
                    <a:p>
                      <a:pPr algn="l"/>
                      <a:r>
                        <a:rPr sz="1400" b="1"/>
                        <a:t>Baseline, RANS</a:t>
                      </a:r>
                    </a:p>
                  </a:txBody>
                  <a:tcPr marL="54864" marR="54864" marT="18288" marB="18288" anchor="ctr"/>
                </a:tc>
              </a:tr>
              <a:tr h="457200">
                <a:tc>
                  <a:txBody>
                    <a:bodyPr/>
                    <a:lstStyle/>
                    <a:p>
                      <a:pPr algn="l"/>
                      <a:r>
                        <a:rPr sz="1400" b="0"/>
                        <a:t>Trimmed drag, each point</a:t>
                      </a:r>
                    </a:p>
                  </a:txBody>
                  <a:tcPr marL="54864" marR="54864" marT="18288" marB="18288" anchor="ctr"/>
                </a:tc>
                <a:tc>
                  <a:txBody>
                    <a:bodyPr/>
                    <a:lstStyle/>
                    <a:p>
                      <a:pPr algn="l"/>
                      <a:r>
                        <a:rPr sz="1400" b="0"/>
                        <a:t>candidate minus B at fixed </a:t>
                      </a:r>
                      <a:r>
                        <a:rPr sz="1400" b="0"/>
                        <a:t>C</a:t>
                      </a:r>
                      <a:r>
                        <a:rPr sz="1400" b="0" baseline="-25000"/>
                        <a:t>L</a:t>
                      </a:r>
                    </a:p>
                  </a:txBody>
                  <a:tcPr marL="54864" marR="54864" marT="18288" marB="18288" anchor="ctr"/>
                </a:tc>
                <a:tc>
                  <a:txBody>
                    <a:bodyPr/>
                    <a:lstStyle/>
                    <a:p>
                      <a:pPr algn="l"/>
                      <a:r>
                        <a:rPr sz="1400" b="0"/>
                        <a:t>induced only (22)</a:t>
                      </a:r>
                    </a:p>
                  </a:txBody>
                  <a:tcPr marL="54864" marR="54864" marT="18288" marB="18288" anchor="ctr"/>
                </a:tc>
                <a:tc>
                  <a:txBody>
                    <a:bodyPr/>
                    <a:lstStyle/>
                    <a:p>
                      <a:pPr algn="l"/>
                      <a:r>
                        <a:rPr sz="1400" b="0"/>
                        <a:t>yes, 3 points (9, 10)</a:t>
                      </a:r>
                    </a:p>
                  </a:txBody>
                  <a:tcPr marL="54864" marR="54864" marT="18288" marB="18288" anchor="ctr"/>
                </a:tc>
                <a:tc>
                  <a:txBody>
                    <a:bodyPr/>
                    <a:lstStyle/>
                    <a:p>
                      <a:pPr algn="l"/>
                    </a:p>
                  </a:txBody>
                  <a:tcPr marL="54864" marR="54864" marT="18288" marB="18288" anchor="ctr"/>
                </a:tc>
                <a:tc>
                  <a:txBody>
                    <a:bodyPr/>
                    <a:lstStyle/>
                    <a:p>
                      <a:pPr algn="l"/>
                    </a:p>
                  </a:txBody>
                  <a:tcPr marL="54864" marR="54864" marT="18288" marB="18288" anchor="ctr"/>
                </a:tc>
              </a:tr>
              <a:tr h="457200">
                <a:tc>
                  <a:txBody>
                    <a:bodyPr/>
                    <a:lstStyle/>
                    <a:p>
                      <a:pPr algn="l"/>
                      <a:r>
                        <a:rPr sz="1400" b="0"/>
                        <a:t>Trim angle</a:t>
                      </a:r>
                    </a:p>
                  </a:txBody>
                  <a:tcPr marL="54864" marR="54864" marT="18288" marB="18288" anchor="ctr"/>
                </a:tc>
                <a:tc>
                  <a:txBody>
                    <a:bodyPr/>
                    <a:lstStyle/>
                    <a:p>
                      <a:pPr algn="l"/>
                      <a:r>
                        <a:rPr sz="1400" b="0"/>
                        <a:t>incidence at the target </a:t>
                      </a:r>
                      <a:r>
                        <a:rPr sz="1400" b="0"/>
                        <a:t>C</a:t>
                      </a:r>
                      <a:r>
                        <a:rPr sz="1400" b="0" baseline="-25000"/>
                        <a:t>L</a:t>
                      </a:r>
                    </a:p>
                  </a:txBody>
                  <a:tcPr marL="54864" marR="54864" marT="18288" marB="18288" anchor="ctr"/>
                </a:tc>
                <a:tc>
                  <a:txBody>
                    <a:bodyPr/>
                    <a:lstStyle/>
                    <a:p>
                      <a:pPr algn="l"/>
                      <a:r>
                        <a:rPr sz="1400" b="0"/>
                        <a:t>yes (12)</a:t>
                      </a:r>
                    </a:p>
                  </a:txBody>
                  <a:tcPr marL="54864" marR="54864" marT="18288" marB="18288" anchor="ctr"/>
                </a:tc>
                <a:tc>
                  <a:txBody>
                    <a:bodyPr/>
                    <a:lstStyle/>
                    <a:p>
                      <a:pPr algn="l"/>
                      <a:r>
                        <a:rPr sz="1400" b="0"/>
                        <a:t>yes (12)</a:t>
                      </a:r>
                    </a:p>
                  </a:txBody>
                  <a:tcPr marL="54864" marR="54864" marT="18288" marB="18288" anchor="ctr"/>
                </a:tc>
                <a:tc>
                  <a:txBody>
                    <a:bodyPr/>
                    <a:lstStyle/>
                    <a:p>
                      <a:pPr algn="l"/>
                      <a:r>
                        <a:rPr sz="1400" b="0"/>
                        <a:t>2.000°</a:t>
                      </a:r>
                    </a:p>
                  </a:txBody>
                  <a:tcPr marL="54864" marR="54864" marT="18288" marB="18288" anchor="ctr"/>
                </a:tc>
                <a:tc>
                  <a:txBody>
                    <a:bodyPr/>
                    <a:lstStyle/>
                    <a:p>
                      <a:pPr algn="l"/>
                      <a:r>
                        <a:rPr sz="1400" b="0"/>
                        <a:t>1.748°</a:t>
                      </a:r>
                    </a:p>
                  </a:txBody>
                  <a:tcPr marL="54864" marR="54864" marT="18288" marB="18288" anchor="ctr"/>
                </a:tc>
              </a:tr>
              <a:tr h="457200">
                <a:tc>
                  <a:txBody>
                    <a:bodyPr/>
                    <a:lstStyle/>
                    <a:p>
                      <a:pPr algn="l"/>
                      <a:r>
                        <a:rPr sz="1400" b="0"/>
                        <a:t>Spanwise load</a:t>
                      </a:r>
                    </a:p>
                  </a:txBody>
                  <a:tcPr marL="54864" marR="54864" marT="18288" marB="18288" anchor="ctr"/>
                </a:tc>
                <a:tc>
                  <a:txBody>
                    <a:bodyPr/>
                    <a:lstStyle/>
                    <a:p>
                      <a:pPr algn="l"/>
                      <a:r>
                        <a:rPr sz="1400" b="0"/>
                        <a:t>c</a:t>
                      </a:r>
                      <a:r>
                        <a:rPr sz="1400" b="0" baseline="-25000"/>
                        <a:t>l</a:t>
                      </a:r>
                      <a:r>
                        <a:rPr sz="1400" b="0"/>
                        <a:t> c / </a:t>
                      </a:r>
                      <a:r>
                        <a:rPr sz="1400" b="0"/>
                        <a:t>C</a:t>
                      </a:r>
                      <a:r>
                        <a:rPr sz="1400" b="0" baseline="-25000"/>
                        <a:t>ref</a:t>
                      </a:r>
                      <a:r>
                        <a:rPr sz="1400" b="0"/>
                        <a:t> per strip</a:t>
                      </a:r>
                    </a:p>
                  </a:txBody>
                  <a:tcPr marL="54864" marR="54864" marT="18288" marB="18288" anchor="ctr"/>
                </a:tc>
                <a:tc>
                  <a:txBody>
                    <a:bodyPr/>
                    <a:lstStyle/>
                    <a:p>
                      <a:pPr algn="l"/>
                      <a:r>
                        <a:rPr sz="1400" b="0"/>
                        <a:t>yes (13)</a:t>
                      </a:r>
                    </a:p>
                  </a:txBody>
                  <a:tcPr marL="54864" marR="54864" marT="18288" marB="18288" anchor="ctr"/>
                </a:tc>
                <a:tc>
                  <a:txBody>
                    <a:bodyPr/>
                    <a:lstStyle/>
                    <a:p>
                      <a:pPr algn="l"/>
                      <a:r>
                        <a:rPr sz="1400" b="0"/>
                        <a:t>yes (13)</a:t>
                      </a:r>
                    </a:p>
                  </a:txBody>
                  <a:tcPr marL="54864" marR="54864" marT="18288" marB="18288" anchor="ctr"/>
                </a:tc>
                <a:tc>
                  <a:txBody>
                    <a:bodyPr/>
                    <a:lstStyle/>
                    <a:p>
                      <a:pPr algn="l"/>
                    </a:p>
                  </a:txBody>
                  <a:tcPr marL="54864" marR="54864" marT="18288" marB="18288" anchor="ctr"/>
                </a:tc>
                <a:tc>
                  <a:txBody>
                    <a:bodyPr/>
                    <a:lstStyle/>
                    <a:p>
                      <a:pPr algn="l"/>
                    </a:p>
                  </a:txBody>
                  <a:tcPr marL="54864" marR="54864" marT="18288" marB="18288" anchor="ctr"/>
                </a:tc>
              </a:tr>
              <a:tr h="457200">
                <a:tc>
                  <a:txBody>
                    <a:bodyPr/>
                    <a:lstStyle/>
                    <a:p>
                      <a:pPr algn="l"/>
                      <a:r>
                        <a:rPr sz="1400" b="0"/>
                        <a:t>Induced drag, span efficiency</a:t>
                      </a:r>
                    </a:p>
                  </a:txBody>
                  <a:tcPr marL="54864" marR="54864" marT="18288" marB="18288" anchor="ctr"/>
                </a:tc>
                <a:tc>
                  <a:txBody>
                    <a:bodyPr/>
                    <a:lstStyle/>
                    <a:p>
                      <a:pPr algn="l"/>
                      <a:r>
                        <a:rPr sz="1400" b="0"/>
                        <a:t>Trefftz integral and e</a:t>
                      </a:r>
                    </a:p>
                  </a:txBody>
                  <a:tcPr marL="54864" marR="54864" marT="18288" marB="18288" anchor="ctr"/>
                </a:tc>
                <a:tc>
                  <a:txBody>
                    <a:bodyPr/>
                    <a:lstStyle/>
                    <a:p>
                      <a:pPr algn="l"/>
                      <a:r>
                        <a:rPr sz="1400" b="0"/>
                        <a:t>near and far (14)</a:t>
                      </a:r>
                    </a:p>
                  </a:txBody>
                  <a:tcPr marL="54864" marR="54864" marT="18288" marB="18288" anchor="ctr"/>
                </a:tc>
                <a:tc>
                  <a:txBody>
                    <a:bodyPr/>
                    <a:lstStyle/>
                    <a:p>
                      <a:pPr algn="l"/>
                      <a:r>
                        <a:rPr sz="1400" b="0"/>
                        <a:t>yes (14)</a:t>
                      </a:r>
                    </a:p>
                  </a:txBody>
                  <a:tcPr marL="54864" marR="54864" marT="18288" marB="18288" anchor="ctr"/>
                </a:tc>
                <a:tc>
                  <a:txBody>
                    <a:bodyPr/>
                    <a:lstStyle/>
                    <a:p>
                      <a:pPr algn="l"/>
                      <a:r>
                        <a:rPr sz="1400" b="0"/>
                        <a:t>57.65 ct far, 91.68 near</a:t>
                      </a:r>
                    </a:p>
                  </a:txBody>
                  <a:tcPr marL="54864" marR="54864" marT="18288" marB="18288" anchor="ctr"/>
                </a:tc>
                <a:tc>
                  <a:txBody>
                    <a:bodyPr/>
                    <a:lstStyle/>
                    <a:p>
                      <a:pPr algn="l"/>
                      <a:r>
                        <a:rPr sz="1400" b="0"/>
                        <a:t>55.98 ct</a:t>
                      </a:r>
                    </a:p>
                  </a:txBody>
                  <a:tcPr marL="54864" marR="54864" marT="18288" marB="18288" anchor="ctr"/>
                </a:tc>
              </a:tr>
              <a:tr h="457200">
                <a:tc>
                  <a:txBody>
                    <a:bodyPr/>
                    <a:lstStyle/>
                    <a:p>
                      <a:pPr algn="l"/>
                      <a:r>
                        <a:rPr sz="1400" b="0"/>
                        <a:t>Hinge moment</a:t>
                      </a:r>
                    </a:p>
                  </a:txBody>
                  <a:tcPr marL="54864" marR="54864" marT="18288" marB="18288" anchor="ctr"/>
                </a:tc>
                <a:tc>
                  <a:txBody>
                    <a:bodyPr/>
                    <a:lstStyle/>
                    <a:p>
                      <a:pPr algn="l"/>
                      <a:r>
                        <a:rPr sz="1400" b="0"/>
                        <a:t>moment about x/c 0.62, η ≥ 0.60; H, W own lines</a:t>
                      </a:r>
                    </a:p>
                  </a:txBody>
                  <a:tcPr marL="54864" marR="54864" marT="18288" marB="18288" anchor="ctr"/>
                </a:tc>
                <a:tc>
                  <a:txBody>
                    <a:bodyPr/>
                    <a:lstStyle/>
                    <a:p>
                      <a:pPr algn="l"/>
                      <a:r>
                        <a:rPr sz="1400" b="0"/>
                        <a:t>no</a:t>
                      </a:r>
                    </a:p>
                  </a:txBody>
                  <a:tcPr marL="54864" marR="54864" marT="18288" marB="18288" anchor="ctr"/>
                </a:tc>
                <a:tc>
                  <a:txBody>
                    <a:bodyPr/>
                    <a:lstStyle/>
                    <a:p>
                      <a:pPr algn="l"/>
                      <a:r>
                        <a:rPr sz="1400" b="0"/>
                        <a:t>yes (15, 16)</a:t>
                      </a:r>
                    </a:p>
                  </a:txBody>
                  <a:tcPr marL="54864" marR="54864" marT="18288" marB="18288" anchor="ctr"/>
                </a:tc>
                <a:tc>
                  <a:txBody>
                    <a:bodyPr/>
                    <a:lstStyle/>
                    <a:p>
                      <a:pPr algn="l"/>
                    </a:p>
                  </a:txBody>
                  <a:tcPr marL="54864" marR="54864" marT="18288" marB="18288" anchor="ctr"/>
                </a:tc>
                <a:tc>
                  <a:txBody>
                    <a:bodyPr/>
                    <a:lstStyle/>
                    <a:p>
                      <a:pPr algn="l"/>
                    </a:p>
                  </a:txBody>
                  <a:tcPr marL="54864" marR="54864" marT="18288" marB="18288" anchor="ctr"/>
                </a:tc>
              </a:tr>
              <a:tr h="457200">
                <a:tc>
                  <a:txBody>
                    <a:bodyPr/>
                    <a:lstStyle/>
                    <a:p>
                      <a:pPr algn="l"/>
                      <a:r>
                        <a:rPr sz="1400" b="0"/>
                        <a:t>Root bending</a:t>
                      </a:r>
                    </a:p>
                  </a:txBody>
                  <a:tcPr marL="54864" marR="54864" marT="18288" marB="18288" anchor="ctr"/>
                </a:tc>
                <a:tc>
                  <a:txBody>
                    <a:bodyPr/>
                    <a:lstStyle/>
                    <a:p>
                      <a:pPr algn="l"/>
                      <a:r>
                        <a:rPr sz="1400" b="0"/>
                        <a:t>solver moment at the root</a:t>
                      </a:r>
                    </a:p>
                  </a:txBody>
                  <a:tcPr marL="54864" marR="54864" marT="18288" marB="18288" anchor="ctr"/>
                </a:tc>
                <a:tc>
                  <a:txBody>
                    <a:bodyPr/>
                    <a:lstStyle/>
                    <a:p>
                      <a:pPr algn="l"/>
                      <a:r>
                        <a:rPr sz="1400" b="0"/>
                        <a:t>yes (17)</a:t>
                      </a:r>
                    </a:p>
                  </a:txBody>
                  <a:tcPr marL="54864" marR="54864" marT="18288" marB="18288" anchor="ctr"/>
                </a:tc>
                <a:tc>
                  <a:txBody>
                    <a:bodyPr/>
                    <a:lstStyle/>
                    <a:p>
                      <a:pPr algn="l"/>
                      <a:r>
                        <a:rPr sz="1400" b="0"/>
                        <a:t>yes (17)</a:t>
                      </a:r>
                    </a:p>
                  </a:txBody>
                  <a:tcPr marL="54864" marR="54864" marT="18288" marB="18288" anchor="ctr"/>
                </a:tc>
                <a:tc>
                  <a:txBody>
                    <a:bodyPr/>
                    <a:lstStyle/>
                    <a:p>
                      <a:pPr algn="l"/>
                      <a:r>
                        <a:rPr sz="1400" b="0"/>
                        <a:t>137.8 N m</a:t>
                      </a:r>
                    </a:p>
                  </a:txBody>
                  <a:tcPr marL="54864" marR="54864" marT="18288" marB="18288" anchor="ctr"/>
                </a:tc>
                <a:tc>
                  <a:txBody>
                    <a:bodyPr/>
                    <a:lstStyle/>
                    <a:p>
                      <a:pPr algn="l"/>
                      <a:r>
                        <a:rPr sz="1400" b="0"/>
                        <a:t>137.1 N m</a:t>
                      </a:r>
                    </a:p>
                  </a:txBody>
                  <a:tcPr marL="54864" marR="54864" marT="18288" marB="18288" anchor="ctr"/>
                </a:tc>
              </a:tr>
              <a:tr h="457200">
                <a:tc>
                  <a:txBody>
                    <a:bodyPr/>
                    <a:lstStyle/>
                    <a:p>
                      <a:pPr algn="l"/>
                      <a:r>
                        <a:rPr sz="1400" b="0"/>
                        <a:t>Surface </a:t>
                      </a:r>
                      <a:r>
                        <a:rPr sz="1400" b="0"/>
                        <a:t>c</a:t>
                      </a:r>
                      <a:r>
                        <a:rPr sz="1400" b="0" baseline="-25000"/>
                        <a:t>p</a:t>
                      </a:r>
                      <a:r>
                        <a:rPr sz="1400" b="0"/>
                        <a:t> and </a:t>
                      </a:r>
                      <a:r>
                        <a:rPr sz="1400" b="0"/>
                        <a:t>c</a:t>
                      </a:r>
                      <a:r>
                        <a:rPr sz="1400" b="0" baseline="-25000"/>
                        <a:t>f</a:t>
                      </a:r>
                    </a:p>
                  </a:txBody>
                  <a:tcPr marL="54864" marR="54864" marT="18288" marB="18288" anchor="ctr"/>
                </a:tc>
                <a:tc>
                  <a:txBody>
                    <a:bodyPr/>
                    <a:lstStyle/>
                    <a:p>
                      <a:pPr algn="l"/>
                      <a:r>
                        <a:rPr sz="1400" b="0"/>
                        <a:t>sections and surface maps</a:t>
                      </a:r>
                    </a:p>
                  </a:txBody>
                  <a:tcPr marL="54864" marR="54864" marT="18288" marB="18288" anchor="ctr"/>
                </a:tc>
                <a:tc>
                  <a:txBody>
                    <a:bodyPr/>
                    <a:lstStyle/>
                    <a:p>
                      <a:pPr algn="l"/>
                      <a:r>
                        <a:rPr sz="1400" b="0"/>
                        <a:t>no</a:t>
                      </a:r>
                    </a:p>
                  </a:txBody>
                  <a:tcPr marL="54864" marR="54864" marT="18288" marB="18288" anchor="ctr"/>
                </a:tc>
                <a:tc>
                  <a:txBody>
                    <a:bodyPr/>
                    <a:lstStyle/>
                    <a:p>
                      <a:pPr algn="l"/>
                      <a:r>
                        <a:rPr sz="1400" b="0"/>
                        <a:t>yes (11, 18, 19)</a:t>
                      </a:r>
                    </a:p>
                  </a:txBody>
                  <a:tcPr marL="54864" marR="54864" marT="18288" marB="18288" anchor="ctr"/>
                </a:tc>
                <a:tc>
                  <a:txBody>
                    <a:bodyPr/>
                    <a:lstStyle/>
                    <a:p>
                      <a:pPr algn="l"/>
                    </a:p>
                  </a:txBody>
                  <a:tcPr marL="54864" marR="54864" marT="18288" marB="18288" anchor="ctr"/>
                </a:tc>
                <a:tc>
                  <a:txBody>
                    <a:bodyPr/>
                    <a:lstStyle/>
                    <a:p>
                      <a:pPr algn="l"/>
                    </a:p>
                  </a:txBody>
                  <a:tcPr marL="54864" marR="54864" marT="18288" marB="18288" anchor="ct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Trimmed drag, Condition CR</a:t>
            </a:r>
          </a:p>
        </p:txBody>
      </p:sp>
      <p:sp>
        <p:nvSpPr>
          <p:cNvPr id="3" name="TextBox 2"/>
          <p:cNvSpPr txBox="1"/>
          <p:nvPr/>
        </p:nvSpPr>
        <p:spPr>
          <a:xfrm>
            <a:off x="694944" y="1371600"/>
            <a:ext cx="4800600" cy="2633472"/>
          </a:xfrm>
          <a:prstGeom prst="rect">
            <a:avLst/>
          </a:prstGeom>
          <a:noFill/>
        </p:spPr>
        <p:txBody>
          <a:bodyPr wrap="square" lIns="18288" rIns="18288" tIns="0" bIns="0">
            <a:spAutoFit/>
          </a:bodyPr>
          <a:lstStyle/>
          <a:p>
            <a:pPr marL="256032" indent="-256032">
              <a:spcAft>
                <a:spcPts val="700"/>
              </a:spcAft>
              <a:buChar char="•"/>
            </a:pPr>
            <a:r>
              <a:rPr sz="1800" b="0"/>
              <a:t>The whole field spans 1.1 counts around the baseline.</a:t>
            </a:r>
          </a:p>
          <a:p>
            <a:pPr marL="256032" indent="-256032">
              <a:spcAft>
                <a:spcPts val="700"/>
              </a:spcAft>
              <a:buChar char="•"/>
            </a:pPr>
            <a:r>
              <a:rPr sz="1800" b="0"/>
              <a:t>Four of five candidates sit below the baseline drag.</a:t>
            </a:r>
          </a:p>
          <a:p>
            <a:pPr marL="256032" indent="-256032">
              <a:spcAft>
                <a:spcPts val="700"/>
              </a:spcAft>
              <a:buChar char="•"/>
            </a:pPr>
            <a:r>
              <a:rPr sz="1800" b="0"/>
              <a:t>Read the low-speed sequence as a group, not a ranking.</a:t>
            </a:r>
          </a:p>
          <a:p>
            <a:pPr marL="256032" indent="-256032">
              <a:spcAft>
                <a:spcPts val="700"/>
              </a:spcAft>
              <a:buChar char="•"/>
            </a:pPr>
            <a:r>
              <a:rPr sz="1800" b="0"/>
              <a:t>Every candidate trims at lower incidence than the baseline.</a:t>
            </a:r>
          </a:p>
        </p:txBody>
      </p:sp>
      <p:graphicFrame>
        <p:nvGraphicFramePr>
          <p:cNvPr id="4" name="Table 3"/>
          <p:cNvGraphicFramePr>
            <a:graphicFrameLocks noGrp="1"/>
          </p:cNvGraphicFramePr>
          <p:nvPr/>
        </p:nvGraphicFramePr>
        <p:xfrm>
          <a:off x="694944" y="4142232"/>
          <a:ext cx="4480560" cy="1984248"/>
        </p:xfrm>
        <a:graphic>
          <a:graphicData uri="http://schemas.openxmlformats.org/drawingml/2006/table">
            <a:tbl>
              <a:tblPr firstRow="1" bandRow="1">
                <a:tableStyleId>{5C22544A-7EE6-4342-B048-85BDC9FD1C3A}</a:tableStyleId>
              </a:tblPr>
              <a:tblGrid>
                <a:gridCol w="548640"/>
                <a:gridCol w="1371600"/>
                <a:gridCol w="1371600"/>
                <a:gridCol w="1188720"/>
              </a:tblGrid>
              <a:tr h="283464">
                <a:tc>
                  <a:txBody>
                    <a:bodyPr/>
                    <a:lstStyle/>
                    <a:p>
                      <a:pPr algn="l"/>
                      <a:r>
                        <a:rPr sz="1400" b="1"/>
                        <a:t>ID</a:t>
                      </a:r>
                    </a:p>
                  </a:txBody>
                  <a:tcPr marL="54864" marR="54864" marT="18288" marB="18288" anchor="ctr"/>
                </a:tc>
                <a:tc>
                  <a:txBody>
                    <a:bodyPr/>
                    <a:lstStyle/>
                    <a:p>
                      <a:pPr algn="r"/>
                      <a:r>
                        <a:rPr sz="1400" b="1"/>
                        <a:t>C</a:t>
                      </a:r>
                      <a:r>
                        <a:rPr sz="1400" b="1" baseline="-25000"/>
                        <a:t>D</a:t>
                      </a:r>
                      <a:r>
                        <a:rPr sz="1400" b="1"/>
                        <a:t> (ct)</a:t>
                      </a:r>
                    </a:p>
                  </a:txBody>
                  <a:tcPr marL="54864" marR="54864" marT="18288" marB="18288" anchor="ctr"/>
                </a:tc>
                <a:tc>
                  <a:txBody>
                    <a:bodyPr/>
                    <a:lstStyle/>
                    <a:p>
                      <a:pPr algn="r"/>
                      <a:r>
                        <a:rPr sz="1400" b="1"/>
                        <a:t>Δ</a:t>
                      </a:r>
                      <a:r>
                        <a:rPr sz="1400" b="1"/>
                        <a:t>C</a:t>
                      </a:r>
                      <a:r>
                        <a:rPr sz="1400" b="1" baseline="-25000"/>
                        <a:t>D</a:t>
                      </a:r>
                      <a:r>
                        <a:rPr sz="1400" b="1"/>
                        <a:t> (ct)</a:t>
                      </a:r>
                    </a:p>
                  </a:txBody>
                  <a:tcPr marL="54864" marR="54864" marT="18288" marB="18288" anchor="ctr"/>
                </a:tc>
                <a:tc>
                  <a:txBody>
                    <a:bodyPr/>
                    <a:lstStyle/>
                    <a:p>
                      <a:pPr algn="r"/>
                      <a:r>
                        <a:rPr sz="1400" b="1"/>
                        <a:t>L/D</a:t>
                      </a:r>
                    </a:p>
                  </a:txBody>
                  <a:tcPr marL="54864" marR="54864" marT="18288" marB="18288" anchor="ctr"/>
                </a:tc>
              </a:tr>
              <a:tr h="283464">
                <a:tc>
                  <a:txBody>
                    <a:bodyPr/>
                    <a:lstStyle/>
                    <a:p>
                      <a:pPr algn="l"/>
                      <a:r>
                        <a:rPr sz="1400" b="0"/>
                        <a:t>B</a:t>
                      </a:r>
                    </a:p>
                  </a:txBody>
                  <a:tcPr marL="54864" marR="54864" marT="18288" marB="18288" anchor="ctr"/>
                </a:tc>
                <a:tc>
                  <a:txBody>
                    <a:bodyPr/>
                    <a:lstStyle/>
                    <a:p>
                      <a:pPr algn="r"/>
                      <a:r>
                        <a:rPr sz="1400" b="0"/>
                        <a:t>188.031</a:t>
                      </a:r>
                    </a:p>
                  </a:txBody>
                  <a:tcPr marL="54864" marR="54864" marT="18288" marB="18288" anchor="ctr"/>
                </a:tc>
                <a:tc>
                  <a:txBody>
                    <a:bodyPr/>
                    <a:lstStyle/>
                    <a:p>
                      <a:pPr algn="r"/>
                      <a:r>
                        <a:rPr sz="1400" b="0"/>
                        <a:t>+0.000</a:t>
                      </a:r>
                    </a:p>
                  </a:txBody>
                  <a:tcPr marL="54864" marR="54864" marT="18288" marB="18288" anchor="ctr"/>
                </a:tc>
                <a:tc>
                  <a:txBody>
                    <a:bodyPr/>
                    <a:lstStyle/>
                    <a:p>
                      <a:pPr algn="r"/>
                      <a:r>
                        <a:rPr sz="1400" b="0"/>
                        <a:t>22.78</a:t>
                      </a:r>
                    </a:p>
                  </a:txBody>
                  <a:tcPr marL="54864" marR="54864" marT="18288" marB="18288" anchor="ctr"/>
                </a:tc>
              </a:tr>
              <a:tr h="283464">
                <a:tc>
                  <a:txBody>
                    <a:bodyPr/>
                    <a:lstStyle/>
                    <a:p>
                      <a:pPr algn="l"/>
                      <a:r>
                        <a:rPr sz="1400" b="0"/>
                        <a:t>C</a:t>
                      </a:r>
                    </a:p>
                  </a:txBody>
                  <a:tcPr marL="54864" marR="54864" marT="18288" marB="18288" anchor="ctr"/>
                </a:tc>
                <a:tc>
                  <a:txBody>
                    <a:bodyPr/>
                    <a:lstStyle/>
                    <a:p>
                      <a:pPr algn="r"/>
                      <a:r>
                        <a:rPr sz="1400" b="0"/>
                        <a:t>187.840</a:t>
                      </a:r>
                    </a:p>
                  </a:txBody>
                  <a:tcPr marL="54864" marR="54864" marT="18288" marB="18288" anchor="ctr"/>
                </a:tc>
                <a:tc>
                  <a:txBody>
                    <a:bodyPr/>
                    <a:lstStyle/>
                    <a:p>
                      <a:pPr algn="r"/>
                      <a:r>
                        <a:rPr sz="1400" b="0"/>
                        <a:t>-0.191</a:t>
                      </a:r>
                    </a:p>
                  </a:txBody>
                  <a:tcPr marL="54864" marR="54864" marT="18288" marB="18288" anchor="ctr"/>
                </a:tc>
                <a:tc>
                  <a:txBody>
                    <a:bodyPr/>
                    <a:lstStyle/>
                    <a:p>
                      <a:pPr algn="r"/>
                      <a:r>
                        <a:rPr sz="1400" b="0"/>
                        <a:t>22.80</a:t>
                      </a:r>
                    </a:p>
                  </a:txBody>
                  <a:tcPr marL="54864" marR="54864" marT="18288" marB="18288" anchor="ctr"/>
                </a:tc>
              </a:tr>
              <a:tr h="283464">
                <a:tc>
                  <a:txBody>
                    <a:bodyPr/>
                    <a:lstStyle/>
                    <a:p>
                      <a:pPr algn="l"/>
                      <a:r>
                        <a:rPr sz="1400" b="0"/>
                        <a:t>F</a:t>
                      </a:r>
                    </a:p>
                  </a:txBody>
                  <a:tcPr marL="54864" marR="54864" marT="18288" marB="18288" anchor="ctr"/>
                </a:tc>
                <a:tc>
                  <a:txBody>
                    <a:bodyPr/>
                    <a:lstStyle/>
                    <a:p>
                      <a:pPr algn="r"/>
                      <a:r>
                        <a:rPr sz="1400" b="0"/>
                        <a:t>187.216</a:t>
                      </a:r>
                    </a:p>
                  </a:txBody>
                  <a:tcPr marL="54864" marR="54864" marT="18288" marB="18288" anchor="ctr"/>
                </a:tc>
                <a:tc>
                  <a:txBody>
                    <a:bodyPr/>
                    <a:lstStyle/>
                    <a:p>
                      <a:pPr algn="r"/>
                      <a:r>
                        <a:rPr sz="1400" b="0"/>
                        <a:t>-0.815</a:t>
                      </a:r>
                    </a:p>
                  </a:txBody>
                  <a:tcPr marL="54864" marR="54864" marT="18288" marB="18288" anchor="ctr"/>
                </a:tc>
                <a:tc>
                  <a:txBody>
                    <a:bodyPr/>
                    <a:lstStyle/>
                    <a:p>
                      <a:pPr algn="r"/>
                      <a:r>
                        <a:rPr sz="1400" b="0"/>
                        <a:t>22.88</a:t>
                      </a:r>
                    </a:p>
                  </a:txBody>
                  <a:tcPr marL="54864" marR="54864" marT="18288" marB="18288" anchor="ctr"/>
                </a:tc>
              </a:tr>
              <a:tr h="283464">
                <a:tc>
                  <a:txBody>
                    <a:bodyPr/>
                    <a:lstStyle/>
                    <a:p>
                      <a:pPr algn="l"/>
                      <a:r>
                        <a:rPr sz="1400" b="0"/>
                        <a:t>H</a:t>
                      </a:r>
                    </a:p>
                  </a:txBody>
                  <a:tcPr marL="54864" marR="54864" marT="18288" marB="18288" anchor="ctr"/>
                </a:tc>
                <a:tc>
                  <a:txBody>
                    <a:bodyPr/>
                    <a:lstStyle/>
                    <a:p>
                      <a:pPr algn="r"/>
                      <a:r>
                        <a:rPr sz="1400" b="0"/>
                        <a:t>188.022</a:t>
                      </a:r>
                    </a:p>
                  </a:txBody>
                  <a:tcPr marL="54864" marR="54864" marT="18288" marB="18288" anchor="ctr"/>
                </a:tc>
                <a:tc>
                  <a:txBody>
                    <a:bodyPr/>
                    <a:lstStyle/>
                    <a:p>
                      <a:pPr algn="r"/>
                      <a:r>
                        <a:rPr sz="1400" b="0"/>
                        <a:t>-0.009</a:t>
                      </a:r>
                    </a:p>
                  </a:txBody>
                  <a:tcPr marL="54864" marR="54864" marT="18288" marB="18288" anchor="ctr"/>
                </a:tc>
                <a:tc>
                  <a:txBody>
                    <a:bodyPr/>
                    <a:lstStyle/>
                    <a:p>
                      <a:pPr algn="r"/>
                      <a:r>
                        <a:rPr sz="1400" b="0"/>
                        <a:t>22.78</a:t>
                      </a:r>
                    </a:p>
                  </a:txBody>
                  <a:tcPr marL="54864" marR="54864" marT="18288" marB="18288" anchor="ctr"/>
                </a:tc>
              </a:tr>
              <a:tr h="283464">
                <a:tc>
                  <a:txBody>
                    <a:bodyPr/>
                    <a:lstStyle/>
                    <a:p>
                      <a:pPr algn="l"/>
                      <a:r>
                        <a:rPr sz="1400" b="0"/>
                        <a:t>M</a:t>
                      </a:r>
                    </a:p>
                  </a:txBody>
                  <a:tcPr marL="54864" marR="54864" marT="18288" marB="18288" anchor="ctr"/>
                </a:tc>
                <a:tc>
                  <a:txBody>
                    <a:bodyPr/>
                    <a:lstStyle/>
                    <a:p>
                      <a:pPr algn="r"/>
                      <a:r>
                        <a:rPr sz="1400" b="0"/>
                        <a:t>188.263</a:t>
                      </a:r>
                    </a:p>
                  </a:txBody>
                  <a:tcPr marL="54864" marR="54864" marT="18288" marB="18288" anchor="ctr"/>
                </a:tc>
                <a:tc>
                  <a:txBody>
                    <a:bodyPr/>
                    <a:lstStyle/>
                    <a:p>
                      <a:pPr algn="r"/>
                      <a:r>
                        <a:rPr sz="1400" b="0"/>
                        <a:t>+0.232</a:t>
                      </a:r>
                    </a:p>
                  </a:txBody>
                  <a:tcPr marL="54864" marR="54864" marT="18288" marB="18288" anchor="ctr"/>
                </a:tc>
                <a:tc>
                  <a:txBody>
                    <a:bodyPr/>
                    <a:lstStyle/>
                    <a:p>
                      <a:pPr algn="r"/>
                      <a:r>
                        <a:rPr sz="1400" b="0"/>
                        <a:t>22.75</a:t>
                      </a:r>
                    </a:p>
                  </a:txBody>
                  <a:tcPr marL="54864" marR="54864" marT="18288" marB="18288" anchor="ctr"/>
                </a:tc>
              </a:tr>
              <a:tr h="283464">
                <a:tc>
                  <a:txBody>
                    <a:bodyPr/>
                    <a:lstStyle/>
                    <a:p>
                      <a:pPr algn="l"/>
                      <a:r>
                        <a:rPr sz="1400" b="0"/>
                        <a:t>W</a:t>
                      </a:r>
                    </a:p>
                  </a:txBody>
                  <a:tcPr marL="54864" marR="54864" marT="18288" marB="18288" anchor="ctr"/>
                </a:tc>
                <a:tc>
                  <a:txBody>
                    <a:bodyPr/>
                    <a:lstStyle/>
                    <a:p>
                      <a:pPr algn="r"/>
                      <a:r>
                        <a:rPr sz="1400" b="0"/>
                        <a:t>187.163</a:t>
                      </a:r>
                    </a:p>
                  </a:txBody>
                  <a:tcPr marL="54864" marR="54864" marT="18288" marB="18288" anchor="ctr"/>
                </a:tc>
                <a:tc>
                  <a:txBody>
                    <a:bodyPr/>
                    <a:lstStyle/>
                    <a:p>
                      <a:pPr algn="r"/>
                      <a:r>
                        <a:rPr sz="1400" b="0"/>
                        <a:t>-0.868</a:t>
                      </a:r>
                    </a:p>
                  </a:txBody>
                  <a:tcPr marL="54864" marR="54864" marT="18288" marB="18288" anchor="ctr"/>
                </a:tc>
                <a:tc>
                  <a:txBody>
                    <a:bodyPr/>
                    <a:lstStyle/>
                    <a:p>
                      <a:pPr algn="r"/>
                      <a:r>
                        <a:rPr sz="1400" b="0"/>
                        <a:t>22.88</a:t>
                      </a:r>
                    </a:p>
                  </a:txBody>
                  <a:tcPr marL="54864" marR="54864" marT="18288" marB="18288" anchor="ctr"/>
                </a:tc>
              </a:tr>
            </a:tbl>
          </a:graphicData>
        </a:graphic>
      </p:graphicFrame>
      <p:pic>
        <p:nvPicPr>
          <p:cNvPr id="5" name="Picture 4" descr="deck_dcd_cr.png"/>
          <p:cNvPicPr>
            <a:picLocks noChangeAspect="1"/>
          </p:cNvPicPr>
          <p:nvPr/>
        </p:nvPicPr>
        <p:blipFill>
          <a:blip r:embed="rId2"/>
          <a:stretch>
            <a:fillRect/>
          </a:stretch>
        </p:blipFill>
        <p:spPr>
          <a:xfrm>
            <a:off x="5669280" y="1371600"/>
            <a:ext cx="6126480" cy="47091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Trimmed drag, early and late cruise</a:t>
            </a:r>
          </a:p>
        </p:txBody>
      </p:sp>
      <p:sp>
        <p:nvSpPr>
          <p:cNvPr id="3" name="TextBox 2"/>
          <p:cNvSpPr txBox="1"/>
          <p:nvPr/>
        </p:nvSpPr>
        <p:spPr>
          <a:xfrm>
            <a:off x="694944" y="1371600"/>
            <a:ext cx="4800600" cy="2359152"/>
          </a:xfrm>
          <a:prstGeom prst="rect">
            <a:avLst/>
          </a:prstGeom>
          <a:noFill/>
        </p:spPr>
        <p:txBody>
          <a:bodyPr wrap="square" lIns="18288" rIns="18288" tIns="0" bIns="0">
            <a:spAutoFit/>
          </a:bodyPr>
          <a:lstStyle/>
          <a:p>
            <a:pPr marL="256032" indent="-256032">
              <a:spcAft>
                <a:spcPts val="700"/>
              </a:spcAft>
              <a:buChar char="•"/>
            </a:pPr>
            <a:r>
              <a:rPr sz="1800" b="0"/>
              <a:t>W saves drag at both cruise points, 0.77 and 0.78 counts.</a:t>
            </a:r>
          </a:p>
          <a:p>
            <a:pPr marL="256032" indent="-256032">
              <a:spcAft>
                <a:spcPts val="700"/>
              </a:spcAft>
              <a:buChar char="•"/>
            </a:pPr>
            <a:r>
              <a:rPr sz="1800" b="0"/>
              <a:t>Both cruise points give the same order: W, F, H, C, M.</a:t>
            </a:r>
          </a:p>
          <a:p>
            <a:pPr marL="256032" indent="-256032">
              <a:spcAft>
                <a:spcPts val="700"/>
              </a:spcAft>
              <a:buChar char="•"/>
            </a:pPr>
            <a:r>
              <a:rPr sz="1800" b="0"/>
              <a:t>C, M cost 12 to 15 counts; F, H about 2.</a:t>
            </a:r>
          </a:p>
          <a:p>
            <a:pPr marL="256032" indent="-256032">
              <a:spcAft>
                <a:spcPts val="700"/>
              </a:spcAft>
              <a:buChar char="•"/>
            </a:pPr>
            <a:r>
              <a:rPr sz="1800" b="0"/>
              <a:t>Low-speed order differs only in the H and C pair.</a:t>
            </a:r>
          </a:p>
        </p:txBody>
      </p:sp>
      <p:graphicFrame>
        <p:nvGraphicFramePr>
          <p:cNvPr id="4" name="Table 3"/>
          <p:cNvGraphicFramePr>
            <a:graphicFrameLocks noGrp="1"/>
          </p:cNvGraphicFramePr>
          <p:nvPr/>
        </p:nvGraphicFramePr>
        <p:xfrm>
          <a:off x="694944" y="3867912"/>
          <a:ext cx="4572000" cy="1984248"/>
        </p:xfrm>
        <a:graphic>
          <a:graphicData uri="http://schemas.openxmlformats.org/drawingml/2006/table">
            <a:tbl>
              <a:tblPr firstRow="1" bandRow="1">
                <a:tableStyleId>{5C22544A-7EE6-4342-B048-85BDC9FD1C3A}</a:tableStyleId>
              </a:tblPr>
              <a:tblGrid>
                <a:gridCol w="548640"/>
                <a:gridCol w="2011680"/>
                <a:gridCol w="2011680"/>
              </a:tblGrid>
              <a:tr h="283464">
                <a:tc>
                  <a:txBody>
                    <a:bodyPr/>
                    <a:lstStyle/>
                    <a:p>
                      <a:pPr algn="l"/>
                      <a:r>
                        <a:rPr sz="1400" b="1"/>
                        <a:t>ID</a:t>
                      </a:r>
                    </a:p>
                  </a:txBody>
                  <a:tcPr marL="54864" marR="54864" marT="18288" marB="18288" anchor="ctr"/>
                </a:tc>
                <a:tc>
                  <a:txBody>
                    <a:bodyPr/>
                    <a:lstStyle/>
                    <a:p>
                      <a:pPr algn="r"/>
                      <a:r>
                        <a:rPr sz="1400" b="1"/>
                        <a:t>Δ</a:t>
                      </a:r>
                      <a:r>
                        <a:rPr sz="1400" b="1"/>
                        <a:t>C</a:t>
                      </a:r>
                      <a:r>
                        <a:rPr sz="1400" b="1" baseline="-25000"/>
                        <a:t>D</a:t>
                      </a:r>
                      <a:r>
                        <a:rPr sz="1400" b="1"/>
                        <a:t> early (ct)</a:t>
                      </a:r>
                    </a:p>
                  </a:txBody>
                  <a:tcPr marL="54864" marR="54864" marT="18288" marB="18288" anchor="ctr"/>
                </a:tc>
                <a:tc>
                  <a:txBody>
                    <a:bodyPr/>
                    <a:lstStyle/>
                    <a:p>
                      <a:pPr algn="r"/>
                      <a:r>
                        <a:rPr sz="1400" b="1"/>
                        <a:t>Δ</a:t>
                      </a:r>
                      <a:r>
                        <a:rPr sz="1400" b="1"/>
                        <a:t>C</a:t>
                      </a:r>
                      <a:r>
                        <a:rPr sz="1400" b="1" baseline="-25000"/>
                        <a:t>D</a:t>
                      </a:r>
                      <a:r>
                        <a:rPr sz="1400" b="1"/>
                        <a:t> late (ct)</a:t>
                      </a:r>
                    </a:p>
                  </a:txBody>
                  <a:tcPr marL="54864" marR="54864" marT="18288" marB="18288" anchor="ctr"/>
                </a:tc>
              </a:tr>
              <a:tr h="283464">
                <a:tc>
                  <a:txBody>
                    <a:bodyPr/>
                    <a:lstStyle/>
                    <a:p>
                      <a:pPr algn="l"/>
                      <a:r>
                        <a:rPr sz="1400" b="0"/>
                        <a:t>B</a:t>
                      </a:r>
                    </a:p>
                  </a:txBody>
                  <a:tcPr marL="54864" marR="54864" marT="18288" marB="18288" anchor="ctr"/>
                </a:tc>
                <a:tc>
                  <a:txBody>
                    <a:bodyPr/>
                    <a:lstStyle/>
                    <a:p>
                      <a:pPr algn="r"/>
                      <a:r>
                        <a:rPr sz="1400" b="0"/>
                        <a:t>+0.000</a:t>
                      </a:r>
                    </a:p>
                  </a:txBody>
                  <a:tcPr marL="54864" marR="54864" marT="18288" marB="18288" anchor="ctr"/>
                </a:tc>
                <a:tc>
                  <a:txBody>
                    <a:bodyPr/>
                    <a:lstStyle/>
                    <a:p>
                      <a:pPr algn="r"/>
                      <a:r>
                        <a:rPr sz="1400" b="0"/>
                        <a:t>+0.000</a:t>
                      </a:r>
                    </a:p>
                  </a:txBody>
                  <a:tcPr marL="54864" marR="54864" marT="18288" marB="18288" anchor="ctr"/>
                </a:tc>
              </a:tr>
              <a:tr h="283464">
                <a:tc>
                  <a:txBody>
                    <a:bodyPr/>
                    <a:lstStyle/>
                    <a:p>
                      <a:pPr algn="l"/>
                      <a:r>
                        <a:rPr sz="1400" b="0"/>
                        <a:t>C</a:t>
                      </a:r>
                    </a:p>
                  </a:txBody>
                  <a:tcPr marL="54864" marR="54864" marT="18288" marB="18288" anchor="ctr"/>
                </a:tc>
                <a:tc>
                  <a:txBody>
                    <a:bodyPr/>
                    <a:lstStyle/>
                    <a:p>
                      <a:pPr algn="r"/>
                      <a:r>
                        <a:rPr sz="1400" b="0"/>
                        <a:t>+12.871</a:t>
                      </a:r>
                    </a:p>
                  </a:txBody>
                  <a:tcPr marL="54864" marR="54864" marT="18288" marB="18288" anchor="ctr"/>
                </a:tc>
                <a:tc>
                  <a:txBody>
                    <a:bodyPr/>
                    <a:lstStyle/>
                    <a:p>
                      <a:pPr algn="r"/>
                      <a:r>
                        <a:rPr sz="1400" b="0"/>
                        <a:t>+12.214</a:t>
                      </a:r>
                    </a:p>
                  </a:txBody>
                  <a:tcPr marL="54864" marR="54864" marT="18288" marB="18288" anchor="ctr"/>
                </a:tc>
              </a:tr>
              <a:tr h="283464">
                <a:tc>
                  <a:txBody>
                    <a:bodyPr/>
                    <a:lstStyle/>
                    <a:p>
                      <a:pPr algn="l"/>
                      <a:r>
                        <a:rPr sz="1400" b="0"/>
                        <a:t>F</a:t>
                      </a:r>
                    </a:p>
                  </a:txBody>
                  <a:tcPr marL="54864" marR="54864" marT="18288" marB="18288" anchor="ctr"/>
                </a:tc>
                <a:tc>
                  <a:txBody>
                    <a:bodyPr/>
                    <a:lstStyle/>
                    <a:p>
                      <a:pPr algn="r"/>
                      <a:r>
                        <a:rPr sz="1400" b="0"/>
                        <a:t>+1.796</a:t>
                      </a:r>
                    </a:p>
                  </a:txBody>
                  <a:tcPr marL="54864" marR="54864" marT="18288" marB="18288" anchor="ctr"/>
                </a:tc>
                <a:tc>
                  <a:txBody>
                    <a:bodyPr/>
                    <a:lstStyle/>
                    <a:p>
                      <a:pPr algn="r"/>
                      <a:r>
                        <a:rPr sz="1400" b="0"/>
                        <a:t>+1.348</a:t>
                      </a:r>
                    </a:p>
                  </a:txBody>
                  <a:tcPr marL="54864" marR="54864" marT="18288" marB="18288" anchor="ctr"/>
                </a:tc>
              </a:tr>
              <a:tr h="283464">
                <a:tc>
                  <a:txBody>
                    <a:bodyPr/>
                    <a:lstStyle/>
                    <a:p>
                      <a:pPr algn="l"/>
                      <a:r>
                        <a:rPr sz="1400" b="0"/>
                        <a:t>H</a:t>
                      </a:r>
                    </a:p>
                  </a:txBody>
                  <a:tcPr marL="54864" marR="54864" marT="18288" marB="18288" anchor="ctr"/>
                </a:tc>
                <a:tc>
                  <a:txBody>
                    <a:bodyPr/>
                    <a:lstStyle/>
                    <a:p>
                      <a:pPr algn="r"/>
                      <a:r>
                        <a:rPr sz="1400" b="0"/>
                        <a:t>+2.244</a:t>
                      </a:r>
                    </a:p>
                  </a:txBody>
                  <a:tcPr marL="54864" marR="54864" marT="18288" marB="18288" anchor="ctr"/>
                </a:tc>
                <a:tc>
                  <a:txBody>
                    <a:bodyPr/>
                    <a:lstStyle/>
                    <a:p>
                      <a:pPr algn="r"/>
                      <a:r>
                        <a:rPr sz="1400" b="0"/>
                        <a:t>+1.927</a:t>
                      </a:r>
                    </a:p>
                  </a:txBody>
                  <a:tcPr marL="54864" marR="54864" marT="18288" marB="18288" anchor="ctr"/>
                </a:tc>
              </a:tr>
              <a:tr h="283464">
                <a:tc>
                  <a:txBody>
                    <a:bodyPr/>
                    <a:lstStyle/>
                    <a:p>
                      <a:pPr algn="l"/>
                      <a:r>
                        <a:rPr sz="1400" b="0"/>
                        <a:t>M</a:t>
                      </a:r>
                    </a:p>
                  </a:txBody>
                  <a:tcPr marL="54864" marR="54864" marT="18288" marB="18288" anchor="ctr"/>
                </a:tc>
                <a:tc>
                  <a:txBody>
                    <a:bodyPr/>
                    <a:lstStyle/>
                    <a:p>
                      <a:pPr algn="r"/>
                      <a:r>
                        <a:rPr sz="1400" b="0"/>
                        <a:t>+14.554</a:t>
                      </a:r>
                    </a:p>
                  </a:txBody>
                  <a:tcPr marL="54864" marR="54864" marT="18288" marB="18288" anchor="ctr"/>
                </a:tc>
                <a:tc>
                  <a:txBody>
                    <a:bodyPr/>
                    <a:lstStyle/>
                    <a:p>
                      <a:pPr algn="r"/>
                      <a:r>
                        <a:rPr sz="1400" b="0"/>
                        <a:t>+13.728</a:t>
                      </a:r>
                    </a:p>
                  </a:txBody>
                  <a:tcPr marL="54864" marR="54864" marT="18288" marB="18288" anchor="ctr"/>
                </a:tc>
              </a:tr>
              <a:tr h="283464">
                <a:tc>
                  <a:txBody>
                    <a:bodyPr/>
                    <a:lstStyle/>
                    <a:p>
                      <a:pPr algn="l"/>
                      <a:r>
                        <a:rPr sz="1400" b="0"/>
                        <a:t>W</a:t>
                      </a:r>
                    </a:p>
                  </a:txBody>
                  <a:tcPr marL="54864" marR="54864" marT="18288" marB="18288" anchor="ctr"/>
                </a:tc>
                <a:tc>
                  <a:txBody>
                    <a:bodyPr/>
                    <a:lstStyle/>
                    <a:p>
                      <a:pPr algn="r"/>
                      <a:r>
                        <a:rPr sz="1400" b="0"/>
                        <a:t>-0.769</a:t>
                      </a:r>
                    </a:p>
                  </a:txBody>
                  <a:tcPr marL="54864" marR="54864" marT="18288" marB="18288" anchor="ctr"/>
                </a:tc>
                <a:tc>
                  <a:txBody>
                    <a:bodyPr/>
                    <a:lstStyle/>
                    <a:p>
                      <a:pPr algn="r"/>
                      <a:r>
                        <a:rPr sz="1400" b="0"/>
                        <a:t>-0.781</a:t>
                      </a:r>
                    </a:p>
                  </a:txBody>
                  <a:tcPr marL="54864" marR="54864" marT="18288" marB="18288" anchor="ctr"/>
                </a:tc>
              </a:tr>
            </a:tbl>
          </a:graphicData>
        </a:graphic>
      </p:graphicFrame>
      <p:pic>
        <p:nvPicPr>
          <p:cNvPr id="5" name="Picture 4" descr="deck_dcd_cruise.png"/>
          <p:cNvPicPr>
            <a:picLocks noChangeAspect="1"/>
          </p:cNvPicPr>
          <p:nvPr/>
        </p:nvPicPr>
        <p:blipFill>
          <a:blip r:embed="rId2"/>
          <a:stretch>
            <a:fillRect/>
          </a:stretch>
        </p:blipFill>
        <p:spPr>
          <a:xfrm>
            <a:off x="5669280" y="1371600"/>
            <a:ext cx="6126480" cy="47091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Cruise drag follows the aft shock</a:t>
            </a:r>
          </a:p>
        </p:txBody>
      </p:sp>
      <p:sp>
        <p:nvSpPr>
          <p:cNvPr id="3" name="TextBox 2"/>
          <p:cNvSpPr txBox="1"/>
          <p:nvPr/>
        </p:nvSpPr>
        <p:spPr>
          <a:xfrm>
            <a:off x="694944" y="1371600"/>
            <a:ext cx="4800600" cy="2633472"/>
          </a:xfrm>
          <a:prstGeom prst="rect">
            <a:avLst/>
          </a:prstGeom>
          <a:noFill/>
        </p:spPr>
        <p:txBody>
          <a:bodyPr wrap="square" lIns="18288" rIns="18288" tIns="0" bIns="0">
            <a:spAutoFit/>
          </a:bodyPr>
          <a:lstStyle/>
          <a:p>
            <a:pPr marL="256032" indent="-256032">
              <a:spcAft>
                <a:spcPts val="700"/>
              </a:spcAft>
              <a:buChar char="•"/>
            </a:pPr>
            <a:r>
              <a:rPr sz="1800" b="0"/>
              <a:t>B and W: the supersonic region ends without a shock.</a:t>
            </a:r>
          </a:p>
          <a:p>
            <a:pPr marL="256032" indent="-256032">
              <a:spcAft>
                <a:spcPts val="700"/>
              </a:spcAft>
              <a:buChar char="•"/>
            </a:pPr>
            <a:r>
              <a:rPr sz="1800" b="0"/>
              <a:t>F and H: a moderate shock, flow stays attached.</a:t>
            </a:r>
          </a:p>
          <a:p>
            <a:pPr marL="256032" indent="-256032">
              <a:spcAft>
                <a:spcPts val="700"/>
              </a:spcAft>
              <a:buChar char="•"/>
            </a:pPr>
            <a:r>
              <a:rPr sz="1800" b="0"/>
              <a:t>C and M: a strong shock and separation behind it.</a:t>
            </a:r>
          </a:p>
          <a:p>
            <a:pPr marL="256032" indent="-256032">
              <a:spcAft>
                <a:spcPts val="700"/>
              </a:spcAft>
              <a:buChar char="•"/>
            </a:pPr>
            <a:r>
              <a:rPr sz="1800" b="0"/>
              <a:t>Drag follows shock strength; late cruise repeats it.</a:t>
            </a:r>
          </a:p>
        </p:txBody>
      </p:sp>
      <p:graphicFrame>
        <p:nvGraphicFramePr>
          <p:cNvPr id="4" name="Table 3"/>
          <p:cNvGraphicFramePr>
            <a:graphicFrameLocks noGrp="1"/>
          </p:cNvGraphicFramePr>
          <p:nvPr/>
        </p:nvGraphicFramePr>
        <p:xfrm>
          <a:off x="694944" y="4142232"/>
          <a:ext cx="4846320" cy="1984248"/>
        </p:xfrm>
        <a:graphic>
          <a:graphicData uri="http://schemas.openxmlformats.org/drawingml/2006/table">
            <a:tbl>
              <a:tblPr firstRow="1" bandRow="1">
                <a:tableStyleId>{5C22544A-7EE6-4342-B048-85BDC9FD1C3A}</a:tableStyleId>
              </a:tblPr>
              <a:tblGrid>
                <a:gridCol w="548640"/>
                <a:gridCol w="1188720"/>
                <a:gridCol w="1554480"/>
                <a:gridCol w="1554480"/>
              </a:tblGrid>
              <a:tr h="283464">
                <a:tc>
                  <a:txBody>
                    <a:bodyPr/>
                    <a:lstStyle/>
                    <a:p>
                      <a:pPr algn="l"/>
                      <a:r>
                        <a:rPr sz="1400" b="1"/>
                        <a:t>ID</a:t>
                      </a:r>
                    </a:p>
                  </a:txBody>
                  <a:tcPr marL="54864" marR="54864" marT="18288" marB="18288" anchor="ctr"/>
                </a:tc>
                <a:tc>
                  <a:txBody>
                    <a:bodyPr/>
                    <a:lstStyle/>
                    <a:p>
                      <a:pPr algn="r"/>
                      <a:r>
                        <a:rPr sz="1400" b="1"/>
                        <a:t>Shock x/c</a:t>
                      </a:r>
                    </a:p>
                  </a:txBody>
                  <a:tcPr marL="54864" marR="54864" marT="18288" marB="18288" anchor="ctr"/>
                </a:tc>
                <a:tc>
                  <a:txBody>
                    <a:bodyPr/>
                    <a:lstStyle/>
                    <a:p>
                      <a:pPr algn="r"/>
                      <a:r>
                        <a:rPr sz="1400" b="1"/>
                        <a:t>Peak </a:t>
                      </a:r>
                      <a:r>
                        <a:rPr sz="1400" b="1"/>
                        <a:t>dc</a:t>
                      </a:r>
                      <a:r>
                        <a:rPr sz="1400" b="1" baseline="-25000"/>
                        <a:t>p</a:t>
                      </a:r>
                      <a:r>
                        <a:rPr sz="1400" b="1"/>
                        <a:t>/d(x/c)</a:t>
                      </a:r>
                    </a:p>
                  </a:txBody>
                  <a:tcPr marL="54864" marR="54864" marT="18288" marB="18288" anchor="ctr"/>
                </a:tc>
                <a:tc>
                  <a:txBody>
                    <a:bodyPr/>
                    <a:lstStyle/>
                    <a:p>
                      <a:pPr algn="l"/>
                      <a:r>
                        <a:rPr sz="1400" b="1"/>
                        <a:t>Reversed run, x/c</a:t>
                      </a:r>
                    </a:p>
                  </a:txBody>
                  <a:tcPr marL="54864" marR="54864" marT="18288" marB="18288" anchor="ctr"/>
                </a:tc>
              </a:tr>
              <a:tr h="283464">
                <a:tc>
                  <a:txBody>
                    <a:bodyPr/>
                    <a:lstStyle/>
                    <a:p>
                      <a:pPr algn="l"/>
                      <a:r>
                        <a:rPr sz="1400" b="0"/>
                        <a:t>B</a:t>
                      </a:r>
                    </a:p>
                  </a:txBody>
                  <a:tcPr marL="54864" marR="54864" marT="18288" marB="18288" anchor="ctr"/>
                </a:tc>
                <a:tc>
                  <a:txBody>
                    <a:bodyPr/>
                    <a:lstStyle/>
                    <a:p>
                      <a:pPr algn="r"/>
                      <a:r>
                        <a:rPr sz="1400" b="0"/>
                        <a:t>none</a:t>
                      </a:r>
                    </a:p>
                  </a:txBody>
                  <a:tcPr marL="54864" marR="54864" marT="18288" marB="18288" anchor="ctr"/>
                </a:tc>
                <a:tc>
                  <a:txBody>
                    <a:bodyPr/>
                    <a:lstStyle/>
                    <a:p>
                      <a:pPr algn="r"/>
                    </a:p>
                  </a:txBody>
                  <a:tcPr marL="54864" marR="54864" marT="18288" marB="18288" anchor="ctr"/>
                </a:tc>
                <a:tc>
                  <a:txBody>
                    <a:bodyPr/>
                    <a:lstStyle/>
                    <a:p>
                      <a:pPr algn="l"/>
                      <a:r>
                        <a:rPr sz="1400" b="0"/>
                        <a:t>attached</a:t>
                      </a:r>
                    </a:p>
                  </a:txBody>
                  <a:tcPr marL="54864" marR="54864" marT="18288" marB="18288" anchor="ctr"/>
                </a:tc>
              </a:tr>
              <a:tr h="283464">
                <a:tc>
                  <a:txBody>
                    <a:bodyPr/>
                    <a:lstStyle/>
                    <a:p>
                      <a:pPr algn="l"/>
                      <a:r>
                        <a:rPr sz="1400" b="0"/>
                        <a:t>C</a:t>
                      </a:r>
                    </a:p>
                  </a:txBody>
                  <a:tcPr marL="54864" marR="54864" marT="18288" marB="18288" anchor="ctr"/>
                </a:tc>
                <a:tc>
                  <a:txBody>
                    <a:bodyPr/>
                    <a:lstStyle/>
                    <a:p>
                      <a:pPr algn="r"/>
                      <a:r>
                        <a:rPr sz="1400" b="0"/>
                        <a:t>0.738</a:t>
                      </a:r>
                    </a:p>
                  </a:txBody>
                  <a:tcPr marL="54864" marR="54864" marT="18288" marB="18288" anchor="ctr"/>
                </a:tc>
                <a:tc>
                  <a:txBody>
                    <a:bodyPr/>
                    <a:lstStyle/>
                    <a:p>
                      <a:pPr algn="r"/>
                      <a:r>
                        <a:rPr sz="1400" b="0"/>
                        <a:t>46</a:t>
                      </a:r>
                    </a:p>
                  </a:txBody>
                  <a:tcPr marL="54864" marR="54864" marT="18288" marB="18288" anchor="ctr"/>
                </a:tc>
                <a:tc>
                  <a:txBody>
                    <a:bodyPr/>
                    <a:lstStyle/>
                    <a:p>
                      <a:pPr algn="l"/>
                      <a:r>
                        <a:rPr sz="1400" b="0"/>
                        <a:t>0.75 to 0.98</a:t>
                      </a:r>
                    </a:p>
                  </a:txBody>
                  <a:tcPr marL="54864" marR="54864" marT="18288" marB="18288" anchor="ctr"/>
                </a:tc>
              </a:tr>
              <a:tr h="283464">
                <a:tc>
                  <a:txBody>
                    <a:bodyPr/>
                    <a:lstStyle/>
                    <a:p>
                      <a:pPr algn="l"/>
                      <a:r>
                        <a:rPr sz="1400" b="0"/>
                        <a:t>F</a:t>
                      </a:r>
                    </a:p>
                  </a:txBody>
                  <a:tcPr marL="54864" marR="54864" marT="18288" marB="18288" anchor="ctr"/>
                </a:tc>
                <a:tc>
                  <a:txBody>
                    <a:bodyPr/>
                    <a:lstStyle/>
                    <a:p>
                      <a:pPr algn="r"/>
                      <a:r>
                        <a:rPr sz="1400" b="0"/>
                        <a:t>0.752</a:t>
                      </a:r>
                    </a:p>
                  </a:txBody>
                  <a:tcPr marL="54864" marR="54864" marT="18288" marB="18288" anchor="ctr"/>
                </a:tc>
                <a:tc>
                  <a:txBody>
                    <a:bodyPr/>
                    <a:lstStyle/>
                    <a:p>
                      <a:pPr algn="r"/>
                      <a:r>
                        <a:rPr sz="1400" b="0"/>
                        <a:t>17</a:t>
                      </a:r>
                    </a:p>
                  </a:txBody>
                  <a:tcPr marL="54864" marR="54864" marT="18288" marB="18288" anchor="ctr"/>
                </a:tc>
                <a:tc>
                  <a:txBody>
                    <a:bodyPr/>
                    <a:lstStyle/>
                    <a:p>
                      <a:pPr algn="l"/>
                      <a:r>
                        <a:rPr sz="1400" b="0"/>
                        <a:t>attached</a:t>
                      </a:r>
                    </a:p>
                  </a:txBody>
                  <a:tcPr marL="54864" marR="54864" marT="18288" marB="18288" anchor="ctr"/>
                </a:tc>
              </a:tr>
              <a:tr h="283464">
                <a:tc>
                  <a:txBody>
                    <a:bodyPr/>
                    <a:lstStyle/>
                    <a:p>
                      <a:pPr algn="l"/>
                      <a:r>
                        <a:rPr sz="1400" b="0"/>
                        <a:t>H</a:t>
                      </a:r>
                    </a:p>
                  </a:txBody>
                  <a:tcPr marL="54864" marR="54864" marT="18288" marB="18288" anchor="ctr"/>
                </a:tc>
                <a:tc>
                  <a:txBody>
                    <a:bodyPr/>
                    <a:lstStyle/>
                    <a:p>
                      <a:pPr algn="r"/>
                      <a:r>
                        <a:rPr sz="1400" b="0"/>
                        <a:t>0.772</a:t>
                      </a:r>
                    </a:p>
                  </a:txBody>
                  <a:tcPr marL="54864" marR="54864" marT="18288" marB="18288" anchor="ctr"/>
                </a:tc>
                <a:tc>
                  <a:txBody>
                    <a:bodyPr/>
                    <a:lstStyle/>
                    <a:p>
                      <a:pPr algn="r"/>
                      <a:r>
                        <a:rPr sz="1400" b="0"/>
                        <a:t>19</a:t>
                      </a:r>
                    </a:p>
                  </a:txBody>
                  <a:tcPr marL="54864" marR="54864" marT="18288" marB="18288" anchor="ctr"/>
                </a:tc>
                <a:tc>
                  <a:txBody>
                    <a:bodyPr/>
                    <a:lstStyle/>
                    <a:p>
                      <a:pPr algn="l"/>
                      <a:r>
                        <a:rPr sz="1400" b="0"/>
                        <a:t>attached</a:t>
                      </a:r>
                    </a:p>
                  </a:txBody>
                  <a:tcPr marL="54864" marR="54864" marT="18288" marB="18288" anchor="ctr"/>
                </a:tc>
              </a:tr>
              <a:tr h="283464">
                <a:tc>
                  <a:txBody>
                    <a:bodyPr/>
                    <a:lstStyle/>
                    <a:p>
                      <a:pPr algn="l"/>
                      <a:r>
                        <a:rPr sz="1400" b="0"/>
                        <a:t>M</a:t>
                      </a:r>
                    </a:p>
                  </a:txBody>
                  <a:tcPr marL="54864" marR="54864" marT="18288" marB="18288" anchor="ctr"/>
                </a:tc>
                <a:tc>
                  <a:txBody>
                    <a:bodyPr/>
                    <a:lstStyle/>
                    <a:p>
                      <a:pPr algn="r"/>
                      <a:r>
                        <a:rPr sz="1400" b="0"/>
                        <a:t>0.728</a:t>
                      </a:r>
                    </a:p>
                  </a:txBody>
                  <a:tcPr marL="54864" marR="54864" marT="18288" marB="18288" anchor="ctr"/>
                </a:tc>
                <a:tc>
                  <a:txBody>
                    <a:bodyPr/>
                    <a:lstStyle/>
                    <a:p>
                      <a:pPr algn="r"/>
                      <a:r>
                        <a:rPr sz="1400" b="0"/>
                        <a:t>51</a:t>
                      </a:r>
                    </a:p>
                  </a:txBody>
                  <a:tcPr marL="54864" marR="54864" marT="18288" marB="18288" anchor="ctr"/>
                </a:tc>
                <a:tc>
                  <a:txBody>
                    <a:bodyPr/>
                    <a:lstStyle/>
                    <a:p>
                      <a:pPr algn="l"/>
                      <a:r>
                        <a:rPr sz="1400" b="0"/>
                        <a:t>0.74 to 0.99</a:t>
                      </a:r>
                    </a:p>
                  </a:txBody>
                  <a:tcPr marL="54864" marR="54864" marT="18288" marB="18288" anchor="ctr"/>
                </a:tc>
              </a:tr>
              <a:tr h="283464">
                <a:tc>
                  <a:txBody>
                    <a:bodyPr/>
                    <a:lstStyle/>
                    <a:p>
                      <a:pPr algn="l"/>
                      <a:r>
                        <a:rPr sz="1400" b="0"/>
                        <a:t>W</a:t>
                      </a:r>
                    </a:p>
                  </a:txBody>
                  <a:tcPr marL="54864" marR="54864" marT="18288" marB="18288" anchor="ctr"/>
                </a:tc>
                <a:tc>
                  <a:txBody>
                    <a:bodyPr/>
                    <a:lstStyle/>
                    <a:p>
                      <a:pPr algn="r"/>
                      <a:r>
                        <a:rPr sz="1400" b="0"/>
                        <a:t>none</a:t>
                      </a:r>
                    </a:p>
                  </a:txBody>
                  <a:tcPr marL="54864" marR="54864" marT="18288" marB="18288" anchor="ctr"/>
                </a:tc>
                <a:tc>
                  <a:txBody>
                    <a:bodyPr/>
                    <a:lstStyle/>
                    <a:p>
                      <a:pPr algn="r"/>
                    </a:p>
                  </a:txBody>
                  <a:tcPr marL="54864" marR="54864" marT="18288" marB="18288" anchor="ctr"/>
                </a:tc>
                <a:tc>
                  <a:txBody>
                    <a:bodyPr/>
                    <a:lstStyle/>
                    <a:p>
                      <a:pPr algn="l"/>
                      <a:r>
                        <a:rPr sz="1400" b="0"/>
                        <a:t>attached</a:t>
                      </a:r>
                    </a:p>
                  </a:txBody>
                  <a:tcPr marL="54864" marR="54864" marT="18288" marB="18288" anchor="ctr"/>
                </a:tc>
              </a:tr>
            </a:tbl>
          </a:graphicData>
        </a:graphic>
      </p:graphicFrame>
      <p:pic>
        <p:nvPicPr>
          <p:cNvPr id="5" name="Picture 4" descr="deck_cp_ec080.png"/>
          <p:cNvPicPr>
            <a:picLocks noChangeAspect="1"/>
          </p:cNvPicPr>
          <p:nvPr/>
        </p:nvPicPr>
        <p:blipFill>
          <a:blip r:embed="rId2"/>
          <a:stretch>
            <a:fillRect/>
          </a:stretch>
        </p:blipFill>
        <p:spPr>
          <a:xfrm>
            <a:off x="5669280" y="1371600"/>
            <a:ext cx="6126480" cy="47091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Trim angle at the Condition CR target lift</a:t>
            </a:r>
          </a:p>
        </p:txBody>
      </p:sp>
      <p:sp>
        <p:nvSpPr>
          <p:cNvPr id="3" name="TextBox 2"/>
          <p:cNvSpPr txBox="1"/>
          <p:nvPr/>
        </p:nvSpPr>
        <p:spPr>
          <a:xfrm>
            <a:off x="694944" y="1371600"/>
            <a:ext cx="4800600" cy="1975103"/>
          </a:xfrm>
          <a:prstGeom prst="rect">
            <a:avLst/>
          </a:prstGeom>
          <a:noFill/>
        </p:spPr>
        <p:txBody>
          <a:bodyPr wrap="square" lIns="18288" rIns="18288" tIns="0" bIns="0">
            <a:spAutoFit/>
          </a:bodyPr>
          <a:lstStyle/>
          <a:p>
            <a:pPr marL="256032" indent="-256032">
              <a:spcAft>
                <a:spcPts val="700"/>
              </a:spcAft>
              <a:buChar char="•"/>
            </a:pPr>
            <a:r>
              <a:rPr sz="1800" b="0"/>
              <a:t>VLM matches the RANS trim angle within 0.11 degrees on every candidate.</a:t>
            </a:r>
          </a:p>
          <a:p>
            <a:pPr marL="256032" indent="-256032">
              <a:spcAft>
                <a:spcPts val="700"/>
              </a:spcAft>
              <a:buChar char="•"/>
            </a:pPr>
            <a:r>
              <a:rPr sz="1800" b="0"/>
              <a:t>The baseline deck is the outlier, +0.25 degrees from the RANS.</a:t>
            </a:r>
          </a:p>
          <a:p>
            <a:pPr marL="256032" indent="-256032">
              <a:spcAft>
                <a:spcPts val="700"/>
              </a:spcAft>
              <a:buChar char="•"/>
            </a:pPr>
            <a:r>
              <a:rPr sz="1800" b="0"/>
              <a:t>Same target lift on both sides, so no conversion enters.</a:t>
            </a:r>
          </a:p>
        </p:txBody>
      </p:sp>
      <p:graphicFrame>
        <p:nvGraphicFramePr>
          <p:cNvPr id="4" name="Table 3"/>
          <p:cNvGraphicFramePr>
            <a:graphicFrameLocks noGrp="1"/>
          </p:cNvGraphicFramePr>
          <p:nvPr/>
        </p:nvGraphicFramePr>
        <p:xfrm>
          <a:off x="694944" y="3483863"/>
          <a:ext cx="4480560" cy="1984248"/>
        </p:xfrm>
        <a:graphic>
          <a:graphicData uri="http://schemas.openxmlformats.org/drawingml/2006/table">
            <a:tbl>
              <a:tblPr firstRow="1" bandRow="1">
                <a:tableStyleId>{5C22544A-7EE6-4342-B048-85BDC9FD1C3A}</a:tableStyleId>
              </a:tblPr>
              <a:tblGrid>
                <a:gridCol w="548640"/>
                <a:gridCol w="1371600"/>
                <a:gridCol w="1371600"/>
                <a:gridCol w="1188720"/>
              </a:tblGrid>
              <a:tr h="283464">
                <a:tc>
                  <a:txBody>
                    <a:bodyPr/>
                    <a:lstStyle/>
                    <a:p>
                      <a:pPr algn="l"/>
                      <a:r>
                        <a:rPr sz="1400" b="1"/>
                        <a:t>ID</a:t>
                      </a:r>
                    </a:p>
                  </a:txBody>
                  <a:tcPr marL="54864" marR="54864" marT="18288" marB="18288" anchor="ctr"/>
                </a:tc>
                <a:tc>
                  <a:txBody>
                    <a:bodyPr/>
                    <a:lstStyle/>
                    <a:p>
                      <a:pPr algn="r"/>
                      <a:r>
                        <a:rPr sz="1400" b="1"/>
                        <a:t>α RANS (deg)</a:t>
                      </a:r>
                    </a:p>
                  </a:txBody>
                  <a:tcPr marL="54864" marR="54864" marT="18288" marB="18288" anchor="ctr"/>
                </a:tc>
                <a:tc>
                  <a:txBody>
                    <a:bodyPr/>
                    <a:lstStyle/>
                    <a:p>
                      <a:pPr algn="r"/>
                      <a:r>
                        <a:rPr sz="1400" b="1"/>
                        <a:t>α VLM (deg)</a:t>
                      </a:r>
                    </a:p>
                  </a:txBody>
                  <a:tcPr marL="54864" marR="54864" marT="18288" marB="18288" anchor="ctr"/>
                </a:tc>
                <a:tc>
                  <a:txBody>
                    <a:bodyPr/>
                    <a:lstStyle/>
                    <a:p>
                      <a:pPr algn="r"/>
                      <a:r>
                        <a:rPr sz="1400" b="1"/>
                        <a:t>Δα (deg)</a:t>
                      </a:r>
                    </a:p>
                  </a:txBody>
                  <a:tcPr marL="54864" marR="54864" marT="18288" marB="18288" anchor="ctr"/>
                </a:tc>
              </a:tr>
              <a:tr h="283464">
                <a:tc>
                  <a:txBody>
                    <a:bodyPr/>
                    <a:lstStyle/>
                    <a:p>
                      <a:pPr algn="l"/>
                      <a:r>
                        <a:rPr sz="1400" b="0"/>
                        <a:t>B</a:t>
                      </a:r>
                    </a:p>
                  </a:txBody>
                  <a:tcPr marL="54864" marR="54864" marT="18288" marB="18288" anchor="ctr"/>
                </a:tc>
                <a:tc>
                  <a:txBody>
                    <a:bodyPr/>
                    <a:lstStyle/>
                    <a:p>
                      <a:pPr algn="r"/>
                      <a:r>
                        <a:rPr sz="1400" b="0"/>
                        <a:t>1.7476</a:t>
                      </a:r>
                    </a:p>
                  </a:txBody>
                  <a:tcPr marL="54864" marR="54864" marT="18288" marB="18288" anchor="ctr"/>
                </a:tc>
                <a:tc>
                  <a:txBody>
                    <a:bodyPr/>
                    <a:lstStyle/>
                    <a:p>
                      <a:pPr algn="r"/>
                      <a:r>
                        <a:rPr sz="1400" b="0"/>
                        <a:t>1.9998</a:t>
                      </a:r>
                    </a:p>
                  </a:txBody>
                  <a:tcPr marL="54864" marR="54864" marT="18288" marB="18288" anchor="ctr"/>
                </a:tc>
                <a:tc>
                  <a:txBody>
                    <a:bodyPr/>
                    <a:lstStyle/>
                    <a:p>
                      <a:pPr algn="r"/>
                      <a:r>
                        <a:rPr sz="1400" b="0"/>
                        <a:t>+0.2522</a:t>
                      </a:r>
                    </a:p>
                  </a:txBody>
                  <a:tcPr marL="54864" marR="54864" marT="18288" marB="18288" anchor="ctr"/>
                </a:tc>
              </a:tr>
              <a:tr h="283464">
                <a:tc>
                  <a:txBody>
                    <a:bodyPr/>
                    <a:lstStyle/>
                    <a:p>
                      <a:pPr algn="l"/>
                      <a:r>
                        <a:rPr sz="1400" b="0"/>
                        <a:t>C</a:t>
                      </a:r>
                    </a:p>
                  </a:txBody>
                  <a:tcPr marL="54864" marR="54864" marT="18288" marB="18288" anchor="ctr"/>
                </a:tc>
                <a:tc>
                  <a:txBody>
                    <a:bodyPr/>
                    <a:lstStyle/>
                    <a:p>
                      <a:pPr algn="r"/>
                      <a:r>
                        <a:rPr sz="1400" b="0"/>
                        <a:t>1.2683</a:t>
                      </a:r>
                    </a:p>
                  </a:txBody>
                  <a:tcPr marL="54864" marR="54864" marT="18288" marB="18288" anchor="ctr"/>
                </a:tc>
                <a:tc>
                  <a:txBody>
                    <a:bodyPr/>
                    <a:lstStyle/>
                    <a:p>
                      <a:pPr algn="r"/>
                      <a:r>
                        <a:rPr sz="1400" b="0"/>
                        <a:t>1.2565</a:t>
                      </a:r>
                    </a:p>
                  </a:txBody>
                  <a:tcPr marL="54864" marR="54864" marT="18288" marB="18288" anchor="ctr"/>
                </a:tc>
                <a:tc>
                  <a:txBody>
                    <a:bodyPr/>
                    <a:lstStyle/>
                    <a:p>
                      <a:pPr algn="r"/>
                      <a:r>
                        <a:rPr sz="1400" b="0"/>
                        <a:t>-0.0118</a:t>
                      </a:r>
                    </a:p>
                  </a:txBody>
                  <a:tcPr marL="54864" marR="54864" marT="18288" marB="18288" anchor="ctr"/>
                </a:tc>
              </a:tr>
              <a:tr h="283464">
                <a:tc>
                  <a:txBody>
                    <a:bodyPr/>
                    <a:lstStyle/>
                    <a:p>
                      <a:pPr algn="l"/>
                      <a:r>
                        <a:rPr sz="1400" b="0"/>
                        <a:t>F</a:t>
                      </a:r>
                    </a:p>
                  </a:txBody>
                  <a:tcPr marL="54864" marR="54864" marT="18288" marB="18288" anchor="ctr"/>
                </a:tc>
                <a:tc>
                  <a:txBody>
                    <a:bodyPr/>
                    <a:lstStyle/>
                    <a:p>
                      <a:pPr algn="r"/>
                      <a:r>
                        <a:rPr sz="1400" b="0"/>
                        <a:t>1.4755</a:t>
                      </a:r>
                    </a:p>
                  </a:txBody>
                  <a:tcPr marL="54864" marR="54864" marT="18288" marB="18288" anchor="ctr"/>
                </a:tc>
                <a:tc>
                  <a:txBody>
                    <a:bodyPr/>
                    <a:lstStyle/>
                    <a:p>
                      <a:pPr algn="r"/>
                      <a:r>
                        <a:rPr sz="1400" b="0"/>
                        <a:t>1.4594</a:t>
                      </a:r>
                    </a:p>
                  </a:txBody>
                  <a:tcPr marL="54864" marR="54864" marT="18288" marB="18288" anchor="ctr"/>
                </a:tc>
                <a:tc>
                  <a:txBody>
                    <a:bodyPr/>
                    <a:lstStyle/>
                    <a:p>
                      <a:pPr algn="r"/>
                      <a:r>
                        <a:rPr sz="1400" b="0"/>
                        <a:t>-0.0161</a:t>
                      </a:r>
                    </a:p>
                  </a:txBody>
                  <a:tcPr marL="54864" marR="54864" marT="18288" marB="18288" anchor="ctr"/>
                </a:tc>
              </a:tr>
              <a:tr h="283464">
                <a:tc>
                  <a:txBody>
                    <a:bodyPr/>
                    <a:lstStyle/>
                    <a:p>
                      <a:pPr algn="l"/>
                      <a:r>
                        <a:rPr sz="1400" b="0"/>
                        <a:t>H</a:t>
                      </a:r>
                    </a:p>
                  </a:txBody>
                  <a:tcPr marL="54864" marR="54864" marT="18288" marB="18288" anchor="ctr"/>
                </a:tc>
                <a:tc>
                  <a:txBody>
                    <a:bodyPr/>
                    <a:lstStyle/>
                    <a:p>
                      <a:pPr algn="r"/>
                      <a:r>
                        <a:rPr sz="1400" b="0"/>
                        <a:t>1.5523</a:t>
                      </a:r>
                    </a:p>
                  </a:txBody>
                  <a:tcPr marL="54864" marR="54864" marT="18288" marB="18288" anchor="ctr"/>
                </a:tc>
                <a:tc>
                  <a:txBody>
                    <a:bodyPr/>
                    <a:lstStyle/>
                    <a:p>
                      <a:pPr algn="r"/>
                      <a:r>
                        <a:rPr sz="1400" b="0"/>
                        <a:t>1.4470</a:t>
                      </a:r>
                    </a:p>
                  </a:txBody>
                  <a:tcPr marL="54864" marR="54864" marT="18288" marB="18288" anchor="ctr"/>
                </a:tc>
                <a:tc>
                  <a:txBody>
                    <a:bodyPr/>
                    <a:lstStyle/>
                    <a:p>
                      <a:pPr algn="r"/>
                      <a:r>
                        <a:rPr sz="1400" b="0"/>
                        <a:t>-0.1053</a:t>
                      </a:r>
                    </a:p>
                  </a:txBody>
                  <a:tcPr marL="54864" marR="54864" marT="18288" marB="18288" anchor="ctr"/>
                </a:tc>
              </a:tr>
              <a:tr h="283464">
                <a:tc>
                  <a:txBody>
                    <a:bodyPr/>
                    <a:lstStyle/>
                    <a:p>
                      <a:pPr algn="l"/>
                      <a:r>
                        <a:rPr sz="1400" b="0"/>
                        <a:t>M</a:t>
                      </a:r>
                    </a:p>
                  </a:txBody>
                  <a:tcPr marL="54864" marR="54864" marT="18288" marB="18288" anchor="ctr"/>
                </a:tc>
                <a:tc>
                  <a:txBody>
                    <a:bodyPr/>
                    <a:lstStyle/>
                    <a:p>
                      <a:pPr algn="r"/>
                      <a:r>
                        <a:rPr sz="1400" b="0"/>
                        <a:t>1.2574</a:t>
                      </a:r>
                    </a:p>
                  </a:txBody>
                  <a:tcPr marL="54864" marR="54864" marT="18288" marB="18288" anchor="ctr"/>
                </a:tc>
                <a:tc>
                  <a:txBody>
                    <a:bodyPr/>
                    <a:lstStyle/>
                    <a:p>
                      <a:pPr algn="r"/>
                      <a:r>
                        <a:rPr sz="1400" b="0"/>
                        <a:t>1.2497</a:t>
                      </a:r>
                    </a:p>
                  </a:txBody>
                  <a:tcPr marL="54864" marR="54864" marT="18288" marB="18288" anchor="ctr"/>
                </a:tc>
                <a:tc>
                  <a:txBody>
                    <a:bodyPr/>
                    <a:lstStyle/>
                    <a:p>
                      <a:pPr algn="r"/>
                      <a:r>
                        <a:rPr sz="1400" b="0"/>
                        <a:t>-0.0077</a:t>
                      </a:r>
                    </a:p>
                  </a:txBody>
                  <a:tcPr marL="54864" marR="54864" marT="18288" marB="18288" anchor="ctr"/>
                </a:tc>
              </a:tr>
              <a:tr h="283464">
                <a:tc>
                  <a:txBody>
                    <a:bodyPr/>
                    <a:lstStyle/>
                    <a:p>
                      <a:pPr algn="l"/>
                      <a:r>
                        <a:rPr sz="1400" b="0"/>
                        <a:t>W</a:t>
                      </a:r>
                    </a:p>
                  </a:txBody>
                  <a:tcPr marL="54864" marR="54864" marT="18288" marB="18288" anchor="ctr"/>
                </a:tc>
                <a:tc>
                  <a:txBody>
                    <a:bodyPr/>
                    <a:lstStyle/>
                    <a:p>
                      <a:pPr algn="r"/>
                      <a:r>
                        <a:rPr sz="1400" b="0"/>
                        <a:t>1.5205</a:t>
                      </a:r>
                    </a:p>
                  </a:txBody>
                  <a:tcPr marL="54864" marR="54864" marT="18288" marB="18288" anchor="ctr"/>
                </a:tc>
                <a:tc>
                  <a:txBody>
                    <a:bodyPr/>
                    <a:lstStyle/>
                    <a:p>
                      <a:pPr algn="r"/>
                      <a:r>
                        <a:rPr sz="1400" b="0"/>
                        <a:t>1.4219</a:t>
                      </a:r>
                    </a:p>
                  </a:txBody>
                  <a:tcPr marL="54864" marR="54864" marT="18288" marB="18288" anchor="ctr"/>
                </a:tc>
                <a:tc>
                  <a:txBody>
                    <a:bodyPr/>
                    <a:lstStyle/>
                    <a:p>
                      <a:pPr algn="r"/>
                      <a:r>
                        <a:rPr sz="1400" b="0"/>
                        <a:t>-0.0986</a:t>
                      </a:r>
                    </a:p>
                  </a:txBody>
                  <a:tcPr marL="54864" marR="54864" marT="18288" marB="18288" anchor="ctr"/>
                </a:tc>
              </a:tr>
            </a:tbl>
          </a:graphicData>
        </a:graphic>
      </p:graphicFrame>
      <p:pic>
        <p:nvPicPr>
          <p:cNvPr id="5" name="Picture 4" descr="deck_trim_alpha.png"/>
          <p:cNvPicPr>
            <a:picLocks noChangeAspect="1"/>
          </p:cNvPicPr>
          <p:nvPr/>
        </p:nvPicPr>
        <p:blipFill>
          <a:blip r:embed="rId2"/>
          <a:stretch>
            <a:fillRect/>
          </a:stretch>
        </p:blipFill>
        <p:spPr>
          <a:xfrm>
            <a:off x="5669280" y="1371600"/>
            <a:ext cx="6126480" cy="47091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Spanwise load, Condition CR</a:t>
            </a:r>
          </a:p>
        </p:txBody>
      </p:sp>
      <p:sp>
        <p:nvSpPr>
          <p:cNvPr id="3" name="TextBox 2"/>
          <p:cNvSpPr txBox="1"/>
          <p:nvPr/>
        </p:nvSpPr>
        <p:spPr>
          <a:xfrm>
            <a:off x="694944" y="1371600"/>
            <a:ext cx="4800600" cy="1975103"/>
          </a:xfrm>
          <a:prstGeom prst="rect">
            <a:avLst/>
          </a:prstGeom>
          <a:noFill/>
        </p:spPr>
        <p:txBody>
          <a:bodyPr wrap="square" lIns="18288" rIns="18288" tIns="0" bIns="0">
            <a:spAutoFit/>
          </a:bodyPr>
          <a:lstStyle/>
          <a:p>
            <a:pPr marL="256032" indent="-256032">
              <a:spcAft>
                <a:spcPts val="700"/>
              </a:spcAft>
              <a:buChar char="•"/>
            </a:pPr>
            <a:r>
              <a:rPr sz="1800" b="0"/>
              <a:t>The VLM puts the load change where the RANS puts it.</a:t>
            </a:r>
          </a:p>
          <a:p>
            <a:pPr marL="256032" indent="-256032">
              <a:spcAft>
                <a:spcPts val="700"/>
              </a:spcAft>
              <a:buChar char="•"/>
            </a:pPr>
            <a:r>
              <a:rPr sz="1800" b="0"/>
              <a:t>R.m.s. difference 4.3 to 9.5 per cent of the peak change.</a:t>
            </a:r>
          </a:p>
          <a:p>
            <a:pPr marL="256032" indent="-256032">
              <a:spcAft>
                <a:spcPts val="700"/>
              </a:spcAft>
              <a:buChar char="•"/>
            </a:pPr>
            <a:r>
              <a:rPr sz="1800" b="0"/>
              <a:t>The station of peak change agrees within 0.05 in η.</a:t>
            </a:r>
          </a:p>
        </p:txBody>
      </p:sp>
      <p:graphicFrame>
        <p:nvGraphicFramePr>
          <p:cNvPr id="4" name="Table 3"/>
          <p:cNvGraphicFramePr>
            <a:graphicFrameLocks noGrp="1"/>
          </p:cNvGraphicFramePr>
          <p:nvPr/>
        </p:nvGraphicFramePr>
        <p:xfrm>
          <a:off x="694944" y="3483863"/>
          <a:ext cx="4800600" cy="1700784"/>
        </p:xfrm>
        <a:graphic>
          <a:graphicData uri="http://schemas.openxmlformats.org/drawingml/2006/table">
            <a:tbl>
              <a:tblPr firstRow="1" bandRow="1">
                <a:tableStyleId>{5C22544A-7EE6-4342-B048-85BDC9FD1C3A}</a:tableStyleId>
              </a:tblPr>
              <a:tblGrid>
                <a:gridCol w="548640"/>
                <a:gridCol w="1554480"/>
                <a:gridCol w="1554480"/>
                <a:gridCol w="1143000"/>
              </a:tblGrid>
              <a:tr h="283464">
                <a:tc>
                  <a:txBody>
                    <a:bodyPr/>
                    <a:lstStyle/>
                    <a:p>
                      <a:pPr algn="l"/>
                      <a:r>
                        <a:rPr sz="1400" b="1"/>
                        <a:t>ID</a:t>
                      </a:r>
                    </a:p>
                  </a:txBody>
                  <a:tcPr marL="54864" marR="54864" marT="18288" marB="18288" anchor="ctr"/>
                </a:tc>
                <a:tc>
                  <a:txBody>
                    <a:bodyPr/>
                    <a:lstStyle/>
                    <a:p>
                      <a:pPr algn="l"/>
                      <a:r>
                        <a:rPr sz="1400" b="1"/>
                        <a:t>RANS peak Δ at η</a:t>
                      </a:r>
                    </a:p>
                  </a:txBody>
                  <a:tcPr marL="54864" marR="54864" marT="18288" marB="18288" anchor="ctr"/>
                </a:tc>
                <a:tc>
                  <a:txBody>
                    <a:bodyPr/>
                    <a:lstStyle/>
                    <a:p>
                      <a:pPr algn="l"/>
                      <a:r>
                        <a:rPr sz="1400" b="1"/>
                        <a:t>VLM peak Δ at η</a:t>
                      </a:r>
                    </a:p>
                  </a:txBody>
                  <a:tcPr marL="54864" marR="54864" marT="18288" marB="18288" anchor="ctr"/>
                </a:tc>
                <a:tc>
                  <a:txBody>
                    <a:bodyPr/>
                    <a:lstStyle/>
                    <a:p>
                      <a:pPr algn="r"/>
                      <a:r>
                        <a:rPr sz="1400" b="1"/>
                        <a:t>r.m.s., % of peak</a:t>
                      </a:r>
                    </a:p>
                  </a:txBody>
                  <a:tcPr marL="54864" marR="54864" marT="18288" marB="18288" anchor="ctr"/>
                </a:tc>
              </a:tr>
              <a:tr h="283464">
                <a:tc>
                  <a:txBody>
                    <a:bodyPr/>
                    <a:lstStyle/>
                    <a:p>
                      <a:pPr algn="l"/>
                      <a:r>
                        <a:rPr sz="1400" b="0"/>
                        <a:t>C</a:t>
                      </a:r>
                    </a:p>
                  </a:txBody>
                  <a:tcPr marL="54864" marR="54864" marT="18288" marB="18288" anchor="ctr"/>
                </a:tc>
                <a:tc>
                  <a:txBody>
                    <a:bodyPr/>
                    <a:lstStyle/>
                    <a:p>
                      <a:pPr algn="l"/>
                      <a:r>
                        <a:rPr sz="1400" b="0"/>
                        <a:t>0.074 at 0.80</a:t>
                      </a:r>
                    </a:p>
                  </a:txBody>
                  <a:tcPr marL="54864" marR="54864" marT="18288" marB="18288" anchor="ctr"/>
                </a:tc>
                <a:tc>
                  <a:txBody>
                    <a:bodyPr/>
                    <a:lstStyle/>
                    <a:p>
                      <a:pPr algn="l"/>
                      <a:r>
                        <a:rPr sz="1400" b="0"/>
                        <a:t>0.069 at 0.79</a:t>
                      </a:r>
                    </a:p>
                  </a:txBody>
                  <a:tcPr marL="54864" marR="54864" marT="18288" marB="18288" anchor="ctr"/>
                </a:tc>
                <a:tc>
                  <a:txBody>
                    <a:bodyPr/>
                    <a:lstStyle/>
                    <a:p>
                      <a:pPr algn="r"/>
                      <a:r>
                        <a:rPr sz="1400" b="0"/>
                        <a:t>4.6</a:t>
                      </a:r>
                    </a:p>
                  </a:txBody>
                  <a:tcPr marL="54864" marR="54864" marT="18288" marB="18288" anchor="ctr"/>
                </a:tc>
              </a:tr>
              <a:tr h="283464">
                <a:tc>
                  <a:txBody>
                    <a:bodyPr/>
                    <a:lstStyle/>
                    <a:p>
                      <a:pPr algn="l"/>
                      <a:r>
                        <a:rPr sz="1400" b="0"/>
                        <a:t>F</a:t>
                      </a:r>
                    </a:p>
                  </a:txBody>
                  <a:tcPr marL="54864" marR="54864" marT="18288" marB="18288" anchor="ctr"/>
                </a:tc>
                <a:tc>
                  <a:txBody>
                    <a:bodyPr/>
                    <a:lstStyle/>
                    <a:p>
                      <a:pPr algn="l"/>
                      <a:r>
                        <a:rPr sz="1400" b="0"/>
                        <a:t>0.034 at 0.80</a:t>
                      </a:r>
                    </a:p>
                  </a:txBody>
                  <a:tcPr marL="54864" marR="54864" marT="18288" marB="18288" anchor="ctr"/>
                </a:tc>
                <a:tc>
                  <a:txBody>
                    <a:bodyPr/>
                    <a:lstStyle/>
                    <a:p>
                      <a:pPr algn="l"/>
                      <a:r>
                        <a:rPr sz="1400" b="0"/>
                        <a:t>0.032 at 0.75</a:t>
                      </a:r>
                    </a:p>
                  </a:txBody>
                  <a:tcPr marL="54864" marR="54864" marT="18288" marB="18288" anchor="ctr"/>
                </a:tc>
                <a:tc>
                  <a:txBody>
                    <a:bodyPr/>
                    <a:lstStyle/>
                    <a:p>
                      <a:pPr algn="r"/>
                      <a:r>
                        <a:rPr sz="1400" b="0"/>
                        <a:t>4.5</a:t>
                      </a:r>
                    </a:p>
                  </a:txBody>
                  <a:tcPr marL="54864" marR="54864" marT="18288" marB="18288" anchor="ctr"/>
                </a:tc>
              </a:tr>
              <a:tr h="283464">
                <a:tc>
                  <a:txBody>
                    <a:bodyPr/>
                    <a:lstStyle/>
                    <a:p>
                      <a:pPr algn="l"/>
                      <a:r>
                        <a:rPr sz="1400" b="0"/>
                        <a:t>H</a:t>
                      </a:r>
                    </a:p>
                  </a:txBody>
                  <a:tcPr marL="54864" marR="54864" marT="18288" marB="18288" anchor="ctr"/>
                </a:tc>
                <a:tc>
                  <a:txBody>
                    <a:bodyPr/>
                    <a:lstStyle/>
                    <a:p>
                      <a:pPr algn="l"/>
                      <a:r>
                        <a:rPr sz="1400" b="0"/>
                        <a:t>0.036 at 0.80</a:t>
                      </a:r>
                    </a:p>
                  </a:txBody>
                  <a:tcPr marL="54864" marR="54864" marT="18288" marB="18288" anchor="ctr"/>
                </a:tc>
                <a:tc>
                  <a:txBody>
                    <a:bodyPr/>
                    <a:lstStyle/>
                    <a:p>
                      <a:pPr algn="l"/>
                      <a:r>
                        <a:rPr sz="1400" b="0"/>
                        <a:t>0.041 at 0.79</a:t>
                      </a:r>
                    </a:p>
                  </a:txBody>
                  <a:tcPr marL="54864" marR="54864" marT="18288" marB="18288" anchor="ctr"/>
                </a:tc>
                <a:tc>
                  <a:txBody>
                    <a:bodyPr/>
                    <a:lstStyle/>
                    <a:p>
                      <a:pPr algn="r"/>
                      <a:r>
                        <a:rPr sz="1400" b="0"/>
                        <a:t>9.5</a:t>
                      </a:r>
                    </a:p>
                  </a:txBody>
                  <a:tcPr marL="54864" marR="54864" marT="18288" marB="18288" anchor="ctr"/>
                </a:tc>
              </a:tr>
              <a:tr h="283464">
                <a:tc>
                  <a:txBody>
                    <a:bodyPr/>
                    <a:lstStyle/>
                    <a:p>
                      <a:pPr algn="l"/>
                      <a:r>
                        <a:rPr sz="1400" b="0"/>
                        <a:t>M</a:t>
                      </a:r>
                    </a:p>
                  </a:txBody>
                  <a:tcPr marL="54864" marR="54864" marT="18288" marB="18288" anchor="ctr"/>
                </a:tc>
                <a:tc>
                  <a:txBody>
                    <a:bodyPr/>
                    <a:lstStyle/>
                    <a:p>
                      <a:pPr algn="l"/>
                      <a:r>
                        <a:rPr sz="1400" b="0"/>
                        <a:t>0.079 at 0.80</a:t>
                      </a:r>
                    </a:p>
                  </a:txBody>
                  <a:tcPr marL="54864" marR="54864" marT="18288" marB="18288" anchor="ctr"/>
                </a:tc>
                <a:tc>
                  <a:txBody>
                    <a:bodyPr/>
                    <a:lstStyle/>
                    <a:p>
                      <a:pPr algn="l"/>
                      <a:r>
                        <a:rPr sz="1400" b="0"/>
                        <a:t>0.074 at 0.79</a:t>
                      </a:r>
                    </a:p>
                  </a:txBody>
                  <a:tcPr marL="54864" marR="54864" marT="18288" marB="18288" anchor="ctr"/>
                </a:tc>
                <a:tc>
                  <a:txBody>
                    <a:bodyPr/>
                    <a:lstStyle/>
                    <a:p>
                      <a:pPr algn="r"/>
                      <a:r>
                        <a:rPr sz="1400" b="0"/>
                        <a:t>4.3</a:t>
                      </a:r>
                    </a:p>
                  </a:txBody>
                  <a:tcPr marL="54864" marR="54864" marT="18288" marB="18288" anchor="ctr"/>
                </a:tc>
              </a:tr>
              <a:tr h="283464">
                <a:tc>
                  <a:txBody>
                    <a:bodyPr/>
                    <a:lstStyle/>
                    <a:p>
                      <a:pPr algn="l"/>
                      <a:r>
                        <a:rPr sz="1400" b="0"/>
                        <a:t>W</a:t>
                      </a:r>
                    </a:p>
                  </a:txBody>
                  <a:tcPr marL="54864" marR="54864" marT="18288" marB="18288" anchor="ctr"/>
                </a:tc>
                <a:tc>
                  <a:txBody>
                    <a:bodyPr/>
                    <a:lstStyle/>
                    <a:p>
                      <a:pPr algn="l"/>
                      <a:r>
                        <a:rPr sz="1400" b="0"/>
                        <a:t>0.039 at 0.72</a:t>
                      </a:r>
                    </a:p>
                  </a:txBody>
                  <a:tcPr marL="54864" marR="54864" marT="18288" marB="18288" anchor="ctr"/>
                </a:tc>
                <a:tc>
                  <a:txBody>
                    <a:bodyPr/>
                    <a:lstStyle/>
                    <a:p>
                      <a:pPr algn="l"/>
                      <a:r>
                        <a:rPr sz="1400" b="0"/>
                        <a:t>0.035 at 0.71</a:t>
                      </a:r>
                    </a:p>
                  </a:txBody>
                  <a:tcPr marL="54864" marR="54864" marT="18288" marB="18288" anchor="ctr"/>
                </a:tc>
                <a:tc>
                  <a:txBody>
                    <a:bodyPr/>
                    <a:lstStyle/>
                    <a:p>
                      <a:pPr algn="r"/>
                      <a:r>
                        <a:rPr sz="1400" b="0"/>
                        <a:t>5.5</a:t>
                      </a:r>
                    </a:p>
                  </a:txBody>
                  <a:tcPr marL="54864" marR="54864" marT="18288" marB="18288" anchor="ctr"/>
                </a:tc>
              </a:tr>
            </a:tbl>
          </a:graphicData>
        </a:graphic>
      </p:graphicFrame>
      <p:pic>
        <p:nvPicPr>
          <p:cNvPr id="5" name="Picture 4" descr="deck_spanwise.png"/>
          <p:cNvPicPr>
            <a:picLocks noChangeAspect="1"/>
          </p:cNvPicPr>
          <p:nvPr/>
        </p:nvPicPr>
        <p:blipFill>
          <a:blip r:embed="rId2"/>
          <a:stretch>
            <a:fillRect/>
          </a:stretch>
        </p:blipFill>
        <p:spPr>
          <a:xfrm>
            <a:off x="5669280" y="1371600"/>
            <a:ext cx="6126480" cy="470916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Induced drag and span efficiency, Condition CR</a:t>
            </a:r>
          </a:p>
        </p:txBody>
      </p:sp>
      <p:sp>
        <p:nvSpPr>
          <p:cNvPr id="3" name="TextBox 2"/>
          <p:cNvSpPr txBox="1"/>
          <p:nvPr/>
        </p:nvSpPr>
        <p:spPr>
          <a:xfrm>
            <a:off x="694944" y="1371600"/>
            <a:ext cx="4800600" cy="1975103"/>
          </a:xfrm>
          <a:prstGeom prst="rect">
            <a:avLst/>
          </a:prstGeom>
          <a:noFill/>
        </p:spPr>
        <p:txBody>
          <a:bodyPr wrap="square" lIns="18288" rIns="18288" tIns="0" bIns="0">
            <a:spAutoFit/>
          </a:bodyPr>
          <a:lstStyle/>
          <a:p>
            <a:pPr marL="256032" indent="-256032">
              <a:spcAft>
                <a:spcPts val="700"/>
              </a:spcAft>
              <a:buChar char="•"/>
            </a:pPr>
            <a:r>
              <a:rPr sz="1800" b="0"/>
              <a:t>Far-field VLM and RANS agree on the level, 0.94 to 0.99.</a:t>
            </a:r>
          </a:p>
          <a:p>
            <a:pPr marL="256032" indent="-256032">
              <a:spcAft>
                <a:spcPts val="700"/>
              </a:spcAft>
              <a:buChar char="•"/>
            </a:pPr>
            <a:r>
              <a:rPr sz="1800" b="0"/>
              <a:t>Near-field VLM does not: 0.57 to 0.59 on the same runs.</a:t>
            </a:r>
          </a:p>
          <a:p>
            <a:pPr marL="256032" indent="-256032">
              <a:spcAft>
                <a:spcPts val="700"/>
              </a:spcAft>
              <a:buChar char="•"/>
            </a:pPr>
            <a:r>
              <a:rPr sz="1800" b="0"/>
              <a:t>RANS e spans 0.9673 to 0.9859, every one below 1.</a:t>
            </a:r>
          </a:p>
        </p:txBody>
      </p:sp>
      <p:graphicFrame>
        <p:nvGraphicFramePr>
          <p:cNvPr id="4" name="Table 3"/>
          <p:cNvGraphicFramePr>
            <a:graphicFrameLocks noGrp="1"/>
          </p:cNvGraphicFramePr>
          <p:nvPr/>
        </p:nvGraphicFramePr>
        <p:xfrm>
          <a:off x="694944" y="3483863"/>
          <a:ext cx="4800600" cy="1984248"/>
        </p:xfrm>
        <a:graphic>
          <a:graphicData uri="http://schemas.openxmlformats.org/drawingml/2006/table">
            <a:tbl>
              <a:tblPr firstRow="1" bandRow="1">
                <a:tableStyleId>{5C22544A-7EE6-4342-B048-85BDC9FD1C3A}</a:tableStyleId>
              </a:tblPr>
              <a:tblGrid>
                <a:gridCol w="457200"/>
                <a:gridCol w="1554480"/>
                <a:gridCol w="1508760"/>
                <a:gridCol w="1280160"/>
              </a:tblGrid>
              <a:tr h="283464">
                <a:tc>
                  <a:txBody>
                    <a:bodyPr/>
                    <a:lstStyle/>
                    <a:p>
                      <a:pPr algn="l"/>
                      <a:r>
                        <a:rPr sz="1400" b="1"/>
                        <a:t>ID</a:t>
                      </a:r>
                    </a:p>
                  </a:txBody>
                  <a:tcPr marL="54864" marR="54864" marT="18288" marB="18288" anchor="ctr"/>
                </a:tc>
                <a:tc>
                  <a:txBody>
                    <a:bodyPr/>
                    <a:lstStyle/>
                    <a:p>
                      <a:pPr algn="r"/>
                      <a:r>
                        <a:rPr sz="1400" b="1"/>
                        <a:t>VLM E, near field (surface)</a:t>
                      </a:r>
                    </a:p>
                  </a:txBody>
                  <a:tcPr marL="54864" marR="54864" marT="18288" marB="18288" anchor="ctr"/>
                </a:tc>
                <a:tc>
                  <a:txBody>
                    <a:bodyPr/>
                    <a:lstStyle/>
                    <a:p>
                      <a:pPr algn="r"/>
                      <a:r>
                        <a:rPr sz="1400" b="1"/>
                        <a:t>VLM </a:t>
                      </a:r>
                      <a:r>
                        <a:rPr sz="1400" b="1"/>
                        <a:t>E</a:t>
                      </a:r>
                      <a:r>
                        <a:rPr sz="1400" b="1" baseline="-25000"/>
                        <a:t>w</a:t>
                      </a:r>
                      <a:r>
                        <a:rPr sz="1400" b="1"/>
                        <a:t>, far field (wake)</a:t>
                      </a:r>
                    </a:p>
                  </a:txBody>
                  <a:tcPr marL="54864" marR="54864" marT="18288" marB="18288" anchor="ctr"/>
                </a:tc>
                <a:tc>
                  <a:txBody>
                    <a:bodyPr/>
                    <a:lstStyle/>
                    <a:p>
                      <a:pPr algn="r"/>
                      <a:r>
                        <a:rPr sz="1400" b="1"/>
                        <a:t>RANS e, last plane</a:t>
                      </a:r>
                    </a:p>
                  </a:txBody>
                  <a:tcPr marL="54864" marR="54864" marT="18288" marB="18288" anchor="ctr"/>
                </a:tc>
              </a:tr>
              <a:tr h="283464">
                <a:tc>
                  <a:txBody>
                    <a:bodyPr/>
                    <a:lstStyle/>
                    <a:p>
                      <a:pPr algn="l"/>
                      <a:r>
                        <a:rPr sz="1400" b="0"/>
                        <a:t>B</a:t>
                      </a:r>
                    </a:p>
                  </a:txBody>
                  <a:tcPr marL="54864" marR="54864" marT="18288" marB="18288" anchor="ctr"/>
                </a:tc>
                <a:tc>
                  <a:txBody>
                    <a:bodyPr/>
                    <a:lstStyle/>
                    <a:p>
                      <a:pPr algn="r"/>
                      <a:r>
                        <a:rPr sz="1400" b="0"/>
                        <a:t>0.5907</a:t>
                      </a:r>
                    </a:p>
                  </a:txBody>
                  <a:tcPr marL="54864" marR="54864" marT="18288" marB="18288" anchor="ctr"/>
                </a:tc>
                <a:tc>
                  <a:txBody>
                    <a:bodyPr/>
                    <a:lstStyle/>
                    <a:p>
                      <a:pPr algn="r"/>
                      <a:r>
                        <a:rPr sz="1400" b="0"/>
                        <a:t>0.9394</a:t>
                      </a:r>
                    </a:p>
                  </a:txBody>
                  <a:tcPr marL="54864" marR="54864" marT="18288" marB="18288" anchor="ctr"/>
                </a:tc>
                <a:tc>
                  <a:txBody>
                    <a:bodyPr/>
                    <a:lstStyle/>
                    <a:p>
                      <a:pPr algn="r"/>
                      <a:r>
                        <a:rPr sz="1400" b="0"/>
                        <a:t>0.9673</a:t>
                      </a:r>
                    </a:p>
                  </a:txBody>
                  <a:tcPr marL="54864" marR="54864" marT="18288" marB="18288" anchor="ctr"/>
                </a:tc>
              </a:tr>
              <a:tr h="283464">
                <a:tc>
                  <a:txBody>
                    <a:bodyPr/>
                    <a:lstStyle/>
                    <a:p>
                      <a:pPr algn="l"/>
                      <a:r>
                        <a:rPr sz="1400" b="0"/>
                        <a:t>C</a:t>
                      </a:r>
                    </a:p>
                  </a:txBody>
                  <a:tcPr marL="54864" marR="54864" marT="18288" marB="18288" anchor="ctr"/>
                </a:tc>
                <a:tc>
                  <a:txBody>
                    <a:bodyPr/>
                    <a:lstStyle/>
                    <a:p>
                      <a:pPr algn="r"/>
                      <a:r>
                        <a:rPr sz="1400" b="0"/>
                        <a:t>0.5865</a:t>
                      </a:r>
                    </a:p>
                  </a:txBody>
                  <a:tcPr marL="54864" marR="54864" marT="18288" marB="18288" anchor="ctr"/>
                </a:tc>
                <a:tc>
                  <a:txBody>
                    <a:bodyPr/>
                    <a:lstStyle/>
                    <a:p>
                      <a:pPr algn="r"/>
                      <a:r>
                        <a:rPr sz="1400" b="0"/>
                        <a:t>0.9627</a:t>
                      </a:r>
                    </a:p>
                  </a:txBody>
                  <a:tcPr marL="54864" marR="54864" marT="18288" marB="18288" anchor="ctr"/>
                </a:tc>
                <a:tc>
                  <a:txBody>
                    <a:bodyPr/>
                    <a:lstStyle/>
                    <a:p>
                      <a:pPr algn="r"/>
                      <a:r>
                        <a:rPr sz="1400" b="0"/>
                        <a:t>0.9773</a:t>
                      </a:r>
                    </a:p>
                  </a:txBody>
                  <a:tcPr marL="54864" marR="54864" marT="18288" marB="18288" anchor="ctr"/>
                </a:tc>
              </a:tr>
              <a:tr h="283464">
                <a:tc>
                  <a:txBody>
                    <a:bodyPr/>
                    <a:lstStyle/>
                    <a:p>
                      <a:pPr algn="l"/>
                      <a:r>
                        <a:rPr sz="1400" b="0"/>
                        <a:t>F</a:t>
                      </a:r>
                    </a:p>
                  </a:txBody>
                  <a:tcPr marL="54864" marR="54864" marT="18288" marB="18288" anchor="ctr"/>
                </a:tc>
                <a:tc>
                  <a:txBody>
                    <a:bodyPr/>
                    <a:lstStyle/>
                    <a:p>
                      <a:pPr algn="r"/>
                      <a:r>
                        <a:rPr sz="1400" b="0"/>
                        <a:t>0.5733</a:t>
                      </a:r>
                    </a:p>
                  </a:txBody>
                  <a:tcPr marL="54864" marR="54864" marT="18288" marB="18288" anchor="ctr"/>
                </a:tc>
                <a:tc>
                  <a:txBody>
                    <a:bodyPr/>
                    <a:lstStyle/>
                    <a:p>
                      <a:pPr algn="r"/>
                      <a:r>
                        <a:rPr sz="1400" b="0"/>
                        <a:t>0.9721</a:t>
                      </a:r>
                    </a:p>
                  </a:txBody>
                  <a:tcPr marL="54864" marR="54864" marT="18288" marB="18288" anchor="ctr"/>
                </a:tc>
                <a:tc>
                  <a:txBody>
                    <a:bodyPr/>
                    <a:lstStyle/>
                    <a:p>
                      <a:pPr algn="r"/>
                      <a:r>
                        <a:rPr sz="1400" b="0"/>
                        <a:t>0.9859</a:t>
                      </a:r>
                    </a:p>
                  </a:txBody>
                  <a:tcPr marL="54864" marR="54864" marT="18288" marB="18288" anchor="ctr"/>
                </a:tc>
              </a:tr>
              <a:tr h="283464">
                <a:tc>
                  <a:txBody>
                    <a:bodyPr/>
                    <a:lstStyle/>
                    <a:p>
                      <a:pPr algn="l"/>
                      <a:r>
                        <a:rPr sz="1400" b="0"/>
                        <a:t>H</a:t>
                      </a:r>
                    </a:p>
                  </a:txBody>
                  <a:tcPr marL="54864" marR="54864" marT="18288" marB="18288" anchor="ctr"/>
                </a:tc>
                <a:tc>
                  <a:txBody>
                    <a:bodyPr/>
                    <a:lstStyle/>
                    <a:p>
                      <a:pPr algn="r"/>
                      <a:r>
                        <a:rPr sz="1400" b="0"/>
                        <a:t>0.5679</a:t>
                      </a:r>
                    </a:p>
                  </a:txBody>
                  <a:tcPr marL="54864" marR="54864" marT="18288" marB="18288" anchor="ctr"/>
                </a:tc>
                <a:tc>
                  <a:txBody>
                    <a:bodyPr/>
                    <a:lstStyle/>
                    <a:p>
                      <a:pPr algn="r"/>
                      <a:r>
                        <a:rPr sz="1400" b="0"/>
                        <a:t>0.9605</a:t>
                      </a:r>
                    </a:p>
                  </a:txBody>
                  <a:tcPr marL="54864" marR="54864" marT="18288" marB="18288" anchor="ctr"/>
                </a:tc>
                <a:tc>
                  <a:txBody>
                    <a:bodyPr/>
                    <a:lstStyle/>
                    <a:p>
                      <a:pPr algn="r"/>
                      <a:r>
                        <a:rPr sz="1400" b="0"/>
                        <a:t>0.9773</a:t>
                      </a:r>
                    </a:p>
                  </a:txBody>
                  <a:tcPr marL="54864" marR="54864" marT="18288" marB="18288" anchor="ctr"/>
                </a:tc>
              </a:tr>
              <a:tr h="283464">
                <a:tc>
                  <a:txBody>
                    <a:bodyPr/>
                    <a:lstStyle/>
                    <a:p>
                      <a:pPr algn="l"/>
                      <a:r>
                        <a:rPr sz="1400" b="0"/>
                        <a:t>M</a:t>
                      </a:r>
                    </a:p>
                  </a:txBody>
                  <a:tcPr marL="54864" marR="54864" marT="18288" marB="18288" anchor="ctr"/>
                </a:tc>
                <a:tc>
                  <a:txBody>
                    <a:bodyPr/>
                    <a:lstStyle/>
                    <a:p>
                      <a:pPr algn="r"/>
                      <a:r>
                        <a:rPr sz="1400" b="0"/>
                        <a:t>0.5847</a:t>
                      </a:r>
                    </a:p>
                  </a:txBody>
                  <a:tcPr marL="54864" marR="54864" marT="18288" marB="18288" anchor="ctr"/>
                </a:tc>
                <a:tc>
                  <a:txBody>
                    <a:bodyPr/>
                    <a:lstStyle/>
                    <a:p>
                      <a:pPr algn="r"/>
                      <a:r>
                        <a:rPr sz="1400" b="0"/>
                        <a:t>0.9595</a:t>
                      </a:r>
                    </a:p>
                  </a:txBody>
                  <a:tcPr marL="54864" marR="54864" marT="18288" marB="18288" anchor="ctr"/>
                </a:tc>
                <a:tc>
                  <a:txBody>
                    <a:bodyPr/>
                    <a:lstStyle/>
                    <a:p>
                      <a:pPr algn="r"/>
                      <a:r>
                        <a:rPr sz="1400" b="0"/>
                        <a:t>0.9724</a:t>
                      </a:r>
                    </a:p>
                  </a:txBody>
                  <a:tcPr marL="54864" marR="54864" marT="18288" marB="18288" anchor="ctr"/>
                </a:tc>
              </a:tr>
              <a:tr h="283464">
                <a:tc>
                  <a:txBody>
                    <a:bodyPr/>
                    <a:lstStyle/>
                    <a:p>
                      <a:pPr algn="l"/>
                      <a:r>
                        <a:rPr sz="1400" b="0"/>
                        <a:t>W</a:t>
                      </a:r>
                    </a:p>
                  </a:txBody>
                  <a:tcPr marL="54864" marR="54864" marT="18288" marB="18288" anchor="ctr"/>
                </a:tc>
                <a:tc>
                  <a:txBody>
                    <a:bodyPr/>
                    <a:lstStyle/>
                    <a:p>
                      <a:pPr algn="r"/>
                      <a:r>
                        <a:rPr sz="1400" b="0"/>
                        <a:t>0.5699</a:t>
                      </a:r>
                    </a:p>
                  </a:txBody>
                  <a:tcPr marL="54864" marR="54864" marT="18288" marB="18288" anchor="ctr"/>
                </a:tc>
                <a:tc>
                  <a:txBody>
                    <a:bodyPr/>
                    <a:lstStyle/>
                    <a:p>
                      <a:pPr algn="r"/>
                      <a:r>
                        <a:rPr sz="1400" b="0"/>
                        <a:t>0.9701</a:t>
                      </a:r>
                    </a:p>
                  </a:txBody>
                  <a:tcPr marL="54864" marR="54864" marT="18288" marB="18288" anchor="ctr"/>
                </a:tc>
                <a:tc>
                  <a:txBody>
                    <a:bodyPr/>
                    <a:lstStyle/>
                    <a:p>
                      <a:pPr algn="r"/>
                      <a:r>
                        <a:rPr sz="1400" b="0"/>
                        <a:t>0.9837</a:t>
                      </a:r>
                    </a:p>
                  </a:txBody>
                  <a:tcPr marL="54864" marR="54864" marT="18288" marB="18288" anchor="ctr"/>
                </a:tc>
              </a:tr>
            </a:tbl>
          </a:graphicData>
        </a:graphic>
      </p:graphicFrame>
      <p:pic>
        <p:nvPicPr>
          <p:cNvPr id="5" name="Picture 4" descr="deck_spaneff.png"/>
          <p:cNvPicPr>
            <a:picLocks noChangeAspect="1"/>
          </p:cNvPicPr>
          <p:nvPr/>
        </p:nvPicPr>
        <p:blipFill>
          <a:blip r:embed="rId2"/>
          <a:stretch>
            <a:fillRect/>
          </a:stretch>
        </p:blipFill>
        <p:spPr>
          <a:xfrm>
            <a:off x="5669280" y="1371600"/>
            <a:ext cx="6126480" cy="47091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Hinge moment about x/c = 0.62, outer span</a:t>
            </a:r>
          </a:p>
        </p:txBody>
      </p:sp>
      <p:sp>
        <p:nvSpPr>
          <p:cNvPr id="3" name="TextBox 2"/>
          <p:cNvSpPr txBox="1"/>
          <p:nvPr/>
        </p:nvSpPr>
        <p:spPr>
          <a:xfrm>
            <a:off x="694944" y="1371600"/>
            <a:ext cx="4800600" cy="1975103"/>
          </a:xfrm>
          <a:prstGeom prst="rect">
            <a:avLst/>
          </a:prstGeom>
          <a:noFill/>
        </p:spPr>
        <p:txBody>
          <a:bodyPr wrap="square" lIns="18288" rIns="18288" tIns="0" bIns="0">
            <a:spAutoFit/>
          </a:bodyPr>
          <a:lstStyle/>
          <a:p>
            <a:pPr marL="256032" indent="-256032">
              <a:spcAft>
                <a:spcPts val="700"/>
              </a:spcAft>
              <a:buChar char="•"/>
            </a:pPr>
            <a:r>
              <a:rPr sz="1800" b="0"/>
              <a:t>Every candidate raises the hinge moment, 0.4 to 6.3 per cent.</a:t>
            </a:r>
          </a:p>
          <a:p>
            <a:pPr marL="256032" indent="-256032">
              <a:spcAft>
                <a:spcPts val="700"/>
              </a:spcAft>
              <a:buChar char="•"/>
            </a:pPr>
            <a:r>
              <a:rPr sz="1800" b="0"/>
              <a:t>The VLM cannot produce this quantity at all.</a:t>
            </a:r>
          </a:p>
          <a:p>
            <a:pPr marL="256032" indent="-256032">
              <a:spcAft>
                <a:spcPts val="700"/>
              </a:spcAft>
              <a:buChar char="•"/>
            </a:pPr>
            <a:r>
              <a:rPr sz="1800" b="0"/>
              <a:t>H's and W's rows are comparisons, not their actuator loads.</a:t>
            </a:r>
          </a:p>
        </p:txBody>
      </p:sp>
      <p:graphicFrame>
        <p:nvGraphicFramePr>
          <p:cNvPr id="4" name="Table 3"/>
          <p:cNvGraphicFramePr>
            <a:graphicFrameLocks noGrp="1"/>
          </p:cNvGraphicFramePr>
          <p:nvPr/>
        </p:nvGraphicFramePr>
        <p:xfrm>
          <a:off x="694944" y="3483863"/>
          <a:ext cx="4800600" cy="1700784"/>
        </p:xfrm>
        <a:graphic>
          <a:graphicData uri="http://schemas.openxmlformats.org/drawingml/2006/table">
            <a:tbl>
              <a:tblPr firstRow="1" bandRow="1">
                <a:tableStyleId>{5C22544A-7EE6-4342-B048-85BDC9FD1C3A}</a:tableStyleId>
              </a:tblPr>
              <a:tblGrid>
                <a:gridCol w="457200"/>
                <a:gridCol w="1097280"/>
                <a:gridCol w="1097280"/>
                <a:gridCol w="1051560"/>
                <a:gridCol w="1097280"/>
              </a:tblGrid>
              <a:tr h="283464">
                <a:tc>
                  <a:txBody>
                    <a:bodyPr/>
                    <a:lstStyle/>
                    <a:p>
                      <a:pPr algn="l"/>
                      <a:r>
                        <a:rPr sz="1400" b="1"/>
                        <a:t>ID</a:t>
                      </a:r>
                    </a:p>
                  </a:txBody>
                  <a:tcPr marL="54864" marR="54864" marT="18288" marB="18288" anchor="ctr"/>
                </a:tc>
                <a:tc>
                  <a:txBody>
                    <a:bodyPr/>
                    <a:lstStyle/>
                    <a:p>
                      <a:pPr algn="r"/>
                      <a:r>
                        <a:rPr sz="1400" b="1"/>
                        <a:t>Δ % Condition CR</a:t>
                      </a:r>
                    </a:p>
                  </a:txBody>
                  <a:tcPr marL="54864" marR="54864" marT="18288" marB="18288" anchor="ctr"/>
                </a:tc>
                <a:tc>
                  <a:txBody>
                    <a:bodyPr/>
                    <a:lstStyle/>
                    <a:p>
                      <a:pPr algn="r"/>
                      <a:r>
                        <a:rPr sz="1400" b="1"/>
                        <a:t>Δ % early cruise</a:t>
                      </a:r>
                    </a:p>
                  </a:txBody>
                  <a:tcPr marL="54864" marR="54864" marT="18288" marB="18288" anchor="ctr"/>
                </a:tc>
                <a:tc>
                  <a:txBody>
                    <a:bodyPr/>
                    <a:lstStyle/>
                    <a:p>
                      <a:pPr algn="r"/>
                      <a:r>
                        <a:rPr sz="1400" b="1"/>
                        <a:t>Δ % late cruise</a:t>
                      </a:r>
                    </a:p>
                  </a:txBody>
                  <a:tcPr marL="54864" marR="54864" marT="18288" marB="18288" anchor="ctr"/>
                </a:tc>
                <a:tc>
                  <a:txBody>
                    <a:bodyPr/>
                    <a:lstStyle/>
                    <a:p>
                      <a:pPr algn="l"/>
                      <a:r>
                        <a:rPr sz="1400" b="1"/>
                        <a:t>Actuator load?</a:t>
                      </a:r>
                    </a:p>
                  </a:txBody>
                  <a:tcPr marL="54864" marR="54864" marT="18288" marB="18288" anchor="ctr"/>
                </a:tc>
              </a:tr>
              <a:tr h="283464">
                <a:tc>
                  <a:txBody>
                    <a:bodyPr/>
                    <a:lstStyle/>
                    <a:p>
                      <a:pPr algn="l"/>
                      <a:r>
                        <a:rPr sz="1400" b="0"/>
                        <a:t>C</a:t>
                      </a:r>
                    </a:p>
                  </a:txBody>
                  <a:tcPr marL="54864" marR="54864" marT="18288" marB="18288" anchor="ctr"/>
                </a:tc>
                <a:tc>
                  <a:txBody>
                    <a:bodyPr/>
                    <a:lstStyle/>
                    <a:p>
                      <a:pPr algn="r"/>
                      <a:r>
                        <a:rPr sz="1400" b="0"/>
                        <a:t>+4.1</a:t>
                      </a:r>
                    </a:p>
                  </a:txBody>
                  <a:tcPr marL="54864" marR="54864" marT="18288" marB="18288" anchor="ctr"/>
                </a:tc>
                <a:tc>
                  <a:txBody>
                    <a:bodyPr/>
                    <a:lstStyle/>
                    <a:p>
                      <a:pPr algn="r"/>
                      <a:r>
                        <a:rPr sz="1400" b="0"/>
                        <a:t>+5.0</a:t>
                      </a:r>
                    </a:p>
                  </a:txBody>
                  <a:tcPr marL="54864" marR="54864" marT="18288" marB="18288" anchor="ctr"/>
                </a:tc>
                <a:tc>
                  <a:txBody>
                    <a:bodyPr/>
                    <a:lstStyle/>
                    <a:p>
                      <a:pPr algn="r"/>
                      <a:r>
                        <a:rPr sz="1400" b="0"/>
                        <a:t>+5.0</a:t>
                      </a:r>
                    </a:p>
                  </a:txBody>
                  <a:tcPr marL="54864" marR="54864" marT="18288" marB="18288" anchor="ctr"/>
                </a:tc>
                <a:tc>
                  <a:txBody>
                    <a:bodyPr/>
                    <a:lstStyle/>
                    <a:p>
                      <a:pPr algn="l"/>
                      <a:r>
                        <a:rPr sz="1400" b="0"/>
                        <a:t>yes</a:t>
                      </a:r>
                    </a:p>
                  </a:txBody>
                  <a:tcPr marL="54864" marR="54864" marT="18288" marB="18288" anchor="ctr"/>
                </a:tc>
              </a:tr>
              <a:tr h="283464">
                <a:tc>
                  <a:txBody>
                    <a:bodyPr/>
                    <a:lstStyle/>
                    <a:p>
                      <a:pPr algn="l"/>
                      <a:r>
                        <a:rPr sz="1400" b="0"/>
                        <a:t>F</a:t>
                      </a:r>
                    </a:p>
                  </a:txBody>
                  <a:tcPr marL="54864" marR="54864" marT="18288" marB="18288" anchor="ctr"/>
                </a:tc>
                <a:tc>
                  <a:txBody>
                    <a:bodyPr/>
                    <a:lstStyle/>
                    <a:p>
                      <a:pPr algn="r"/>
                      <a:r>
                        <a:rPr sz="1400" b="0"/>
                        <a:t>+2.0</a:t>
                      </a:r>
                    </a:p>
                  </a:txBody>
                  <a:tcPr marL="54864" marR="54864" marT="18288" marB="18288" anchor="ctr"/>
                </a:tc>
                <a:tc>
                  <a:txBody>
                    <a:bodyPr/>
                    <a:lstStyle/>
                    <a:p>
                      <a:pPr algn="r"/>
                      <a:r>
                        <a:rPr sz="1400" b="0"/>
                        <a:t>+1.7</a:t>
                      </a:r>
                    </a:p>
                  </a:txBody>
                  <a:tcPr marL="54864" marR="54864" marT="18288" marB="18288" anchor="ctr"/>
                </a:tc>
                <a:tc>
                  <a:txBody>
                    <a:bodyPr/>
                    <a:lstStyle/>
                    <a:p>
                      <a:pPr algn="r"/>
                      <a:r>
                        <a:rPr sz="1400" b="0"/>
                        <a:t>+1.7</a:t>
                      </a:r>
                    </a:p>
                  </a:txBody>
                  <a:tcPr marL="54864" marR="54864" marT="18288" marB="18288" anchor="ctr"/>
                </a:tc>
                <a:tc>
                  <a:txBody>
                    <a:bodyPr/>
                    <a:lstStyle/>
                    <a:p>
                      <a:pPr algn="l"/>
                      <a:r>
                        <a:rPr sz="1400" b="0"/>
                        <a:t>yes</a:t>
                      </a:r>
                    </a:p>
                  </a:txBody>
                  <a:tcPr marL="54864" marR="54864" marT="18288" marB="18288" anchor="ctr"/>
                </a:tc>
              </a:tr>
              <a:tr h="283464">
                <a:tc>
                  <a:txBody>
                    <a:bodyPr/>
                    <a:lstStyle/>
                    <a:p>
                      <a:pPr algn="l"/>
                      <a:r>
                        <a:rPr sz="1400" b="0"/>
                        <a:t>H</a:t>
                      </a:r>
                    </a:p>
                  </a:txBody>
                  <a:tcPr marL="54864" marR="54864" marT="18288" marB="18288" anchor="ctr"/>
                </a:tc>
                <a:tc>
                  <a:txBody>
                    <a:bodyPr/>
                    <a:lstStyle/>
                    <a:p>
                      <a:pPr algn="r"/>
                      <a:r>
                        <a:rPr sz="1400" b="0"/>
                        <a:t>+5.0</a:t>
                      </a:r>
                    </a:p>
                  </a:txBody>
                  <a:tcPr marL="54864" marR="54864" marT="18288" marB="18288" anchor="ctr"/>
                </a:tc>
                <a:tc>
                  <a:txBody>
                    <a:bodyPr/>
                    <a:lstStyle/>
                    <a:p>
                      <a:pPr algn="r"/>
                      <a:r>
                        <a:rPr sz="1400" b="0"/>
                        <a:t>+6.3</a:t>
                      </a:r>
                    </a:p>
                  </a:txBody>
                  <a:tcPr marL="54864" marR="54864" marT="18288" marB="18288" anchor="ctr"/>
                </a:tc>
                <a:tc>
                  <a:txBody>
                    <a:bodyPr/>
                    <a:lstStyle/>
                    <a:p>
                      <a:pPr algn="r"/>
                      <a:r>
                        <a:rPr sz="1400" b="0"/>
                        <a:t>+6.2</a:t>
                      </a:r>
                    </a:p>
                  </a:txBody>
                  <a:tcPr marL="54864" marR="54864" marT="18288" marB="18288" anchor="ctr"/>
                </a:tc>
                <a:tc>
                  <a:txBody>
                    <a:bodyPr/>
                    <a:lstStyle/>
                    <a:p>
                      <a:pPr algn="l"/>
                      <a:r>
                        <a:rPr sz="1400" b="0"/>
                        <a:t>no, hinge at 0.70</a:t>
                      </a:r>
                    </a:p>
                  </a:txBody>
                  <a:tcPr marL="54864" marR="54864" marT="18288" marB="18288" anchor="ctr"/>
                </a:tc>
              </a:tr>
              <a:tr h="283464">
                <a:tc>
                  <a:txBody>
                    <a:bodyPr/>
                    <a:lstStyle/>
                    <a:p>
                      <a:pPr algn="l"/>
                      <a:r>
                        <a:rPr sz="1400" b="0"/>
                        <a:t>M</a:t>
                      </a:r>
                    </a:p>
                  </a:txBody>
                  <a:tcPr marL="54864" marR="54864" marT="18288" marB="18288" anchor="ctr"/>
                </a:tc>
                <a:tc>
                  <a:txBody>
                    <a:bodyPr/>
                    <a:lstStyle/>
                    <a:p>
                      <a:pPr algn="r"/>
                      <a:r>
                        <a:rPr sz="1400" b="0"/>
                        <a:t>+4.4</a:t>
                      </a:r>
                    </a:p>
                  </a:txBody>
                  <a:tcPr marL="54864" marR="54864" marT="18288" marB="18288" anchor="ctr"/>
                </a:tc>
                <a:tc>
                  <a:txBody>
                    <a:bodyPr/>
                    <a:lstStyle/>
                    <a:p>
                      <a:pPr algn="r"/>
                      <a:r>
                        <a:rPr sz="1400" b="0"/>
                        <a:t>+5.3</a:t>
                      </a:r>
                    </a:p>
                  </a:txBody>
                  <a:tcPr marL="54864" marR="54864" marT="18288" marB="18288" anchor="ctr"/>
                </a:tc>
                <a:tc>
                  <a:txBody>
                    <a:bodyPr/>
                    <a:lstStyle/>
                    <a:p>
                      <a:pPr algn="r"/>
                      <a:r>
                        <a:rPr sz="1400" b="0"/>
                        <a:t>+5.4</a:t>
                      </a:r>
                    </a:p>
                  </a:txBody>
                  <a:tcPr marL="54864" marR="54864" marT="18288" marB="18288" anchor="ctr"/>
                </a:tc>
                <a:tc>
                  <a:txBody>
                    <a:bodyPr/>
                    <a:lstStyle/>
                    <a:p>
                      <a:pPr algn="l"/>
                      <a:r>
                        <a:rPr sz="1400" b="0"/>
                        <a:t>yes</a:t>
                      </a:r>
                    </a:p>
                  </a:txBody>
                  <a:tcPr marL="54864" marR="54864" marT="18288" marB="18288" anchor="ctr"/>
                </a:tc>
              </a:tr>
              <a:tr h="283464">
                <a:tc>
                  <a:txBody>
                    <a:bodyPr/>
                    <a:lstStyle/>
                    <a:p>
                      <a:pPr algn="l"/>
                      <a:r>
                        <a:rPr sz="1400" b="0"/>
                        <a:t>W</a:t>
                      </a:r>
                    </a:p>
                  </a:txBody>
                  <a:tcPr marL="54864" marR="54864" marT="18288" marB="18288" anchor="ctr"/>
                </a:tc>
                <a:tc>
                  <a:txBody>
                    <a:bodyPr/>
                    <a:lstStyle/>
                    <a:p>
                      <a:pPr algn="r"/>
                      <a:r>
                        <a:rPr sz="1400" b="0"/>
                        <a:t>+2.1</a:t>
                      </a:r>
                    </a:p>
                  </a:txBody>
                  <a:tcPr marL="54864" marR="54864" marT="18288" marB="18288" anchor="ctr"/>
                </a:tc>
                <a:tc>
                  <a:txBody>
                    <a:bodyPr/>
                    <a:lstStyle/>
                    <a:p>
                      <a:pPr algn="r"/>
                      <a:r>
                        <a:rPr sz="1400" b="0"/>
                        <a:t>+0.5</a:t>
                      </a:r>
                    </a:p>
                  </a:txBody>
                  <a:tcPr marL="54864" marR="54864" marT="18288" marB="18288" anchor="ctr"/>
                </a:tc>
                <a:tc>
                  <a:txBody>
                    <a:bodyPr/>
                    <a:lstStyle/>
                    <a:p>
                      <a:pPr algn="r"/>
                      <a:r>
                        <a:rPr sz="1400" b="0"/>
                        <a:t>+0.4</a:t>
                      </a:r>
                    </a:p>
                  </a:txBody>
                  <a:tcPr marL="54864" marR="54864" marT="18288" marB="18288" anchor="ctr"/>
                </a:tc>
                <a:tc>
                  <a:txBody>
                    <a:bodyPr/>
                    <a:lstStyle/>
                    <a:p>
                      <a:pPr algn="l"/>
                      <a:r>
                        <a:rPr sz="1400" b="0"/>
                        <a:t>no, twist about 0.25</a:t>
                      </a:r>
                    </a:p>
                  </a:txBody>
                  <a:tcPr marL="54864" marR="54864" marT="18288" marB="18288" anchor="ctr"/>
                </a:tc>
              </a:tr>
            </a:tbl>
          </a:graphicData>
        </a:graphic>
      </p:graphicFrame>
      <p:pic>
        <p:nvPicPr>
          <p:cNvPr id="5" name="Picture 4" descr="deck_hinge.png"/>
          <p:cNvPicPr>
            <a:picLocks noChangeAspect="1"/>
          </p:cNvPicPr>
          <p:nvPr/>
        </p:nvPicPr>
        <p:blipFill>
          <a:blip r:embed="rId2"/>
          <a:stretch>
            <a:fillRect/>
          </a:stretch>
        </p:blipFill>
        <p:spPr>
          <a:xfrm>
            <a:off x="5669280" y="1371600"/>
            <a:ext cx="6126480" cy="47091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Actuator loads on their own lines: H and W</a:t>
            </a:r>
          </a:p>
        </p:txBody>
      </p:sp>
      <p:sp>
        <p:nvSpPr>
          <p:cNvPr id="3" name="TextBox 2"/>
          <p:cNvSpPr txBox="1"/>
          <p:nvPr/>
        </p:nvSpPr>
        <p:spPr>
          <a:xfrm>
            <a:off x="694944" y="1371600"/>
            <a:ext cx="4800600" cy="1975103"/>
          </a:xfrm>
          <a:prstGeom prst="rect">
            <a:avLst/>
          </a:prstGeom>
          <a:noFill/>
        </p:spPr>
        <p:txBody>
          <a:bodyPr wrap="square" lIns="18288" rIns="18288" tIns="0" bIns="0">
            <a:spAutoFit/>
          </a:bodyPr>
          <a:lstStyle/>
          <a:p>
            <a:pPr marL="256032" indent="-256032">
              <a:spcAft>
                <a:spcPts val="700"/>
              </a:spcAft>
              <a:buChar char="•"/>
            </a:pPr>
            <a:r>
              <a:rPr sz="1800" b="0"/>
              <a:t>H's flap hinge at x/c 0.70: -0.317 N m, +5.1% against B.</a:t>
            </a:r>
          </a:p>
          <a:p>
            <a:pPr marL="256032" indent="-256032">
              <a:spcAft>
                <a:spcPts val="700"/>
              </a:spcAft>
              <a:buChar char="•"/>
            </a:pPr>
            <a:r>
              <a:rPr sz="1800" b="0"/>
              <a:t>W's torsion about x/c 0.25: -2.35 N m, +0.0% against B.</a:t>
            </a:r>
          </a:p>
          <a:p>
            <a:pPr marL="256032" indent="-256032">
              <a:spcAft>
                <a:spcPts val="700"/>
              </a:spcAft>
              <a:buChar char="•"/>
            </a:pPr>
            <a:r>
              <a:rPr sz="1800" b="0"/>
              <a:t>Current Condition CR evaluation, same gates and integrator as the common line.</a:t>
            </a:r>
          </a:p>
        </p:txBody>
      </p:sp>
      <p:graphicFrame>
        <p:nvGraphicFramePr>
          <p:cNvPr id="4" name="Table 3"/>
          <p:cNvGraphicFramePr>
            <a:graphicFrameLocks noGrp="1"/>
          </p:cNvGraphicFramePr>
          <p:nvPr/>
        </p:nvGraphicFramePr>
        <p:xfrm>
          <a:off x="694944" y="3483863"/>
          <a:ext cx="4800600" cy="850392"/>
        </p:xfrm>
        <a:graphic>
          <a:graphicData uri="http://schemas.openxmlformats.org/drawingml/2006/table">
            <a:tbl>
              <a:tblPr firstRow="1" bandRow="1">
                <a:tableStyleId>{5C22544A-7EE6-4342-B048-85BDC9FD1C3A}</a:tableStyleId>
              </a:tblPr>
              <a:tblGrid>
                <a:gridCol w="2103120"/>
                <a:gridCol w="914400"/>
                <a:gridCol w="1051560"/>
                <a:gridCol w="731520"/>
              </a:tblGrid>
              <a:tr h="283464">
                <a:tc>
                  <a:txBody>
                    <a:bodyPr/>
                    <a:lstStyle/>
                    <a:p>
                      <a:pPr algn="l"/>
                      <a:r>
                        <a:rPr sz="1400" b="1"/>
                        <a:t>Geometry, line</a:t>
                      </a:r>
                    </a:p>
                  </a:txBody>
                  <a:tcPr marL="54864" marR="54864" marT="18288" marB="18288" anchor="ctr"/>
                </a:tc>
                <a:tc>
                  <a:txBody>
                    <a:bodyPr/>
                    <a:lstStyle/>
                    <a:p>
                      <a:pPr algn="r"/>
                      <a:r>
                        <a:rPr sz="1400" b="1"/>
                        <a:t>M (N m)</a:t>
                      </a:r>
                    </a:p>
                  </a:txBody>
                  <a:tcPr marL="54864" marR="54864" marT="18288" marB="18288" anchor="ctr"/>
                </a:tc>
                <a:tc>
                  <a:txBody>
                    <a:bodyPr/>
                    <a:lstStyle/>
                    <a:p>
                      <a:pPr algn="r"/>
                      <a:r>
                        <a:rPr sz="1400" b="1"/>
                        <a:t>B on that line</a:t>
                      </a:r>
                    </a:p>
                  </a:txBody>
                  <a:tcPr marL="54864" marR="54864" marT="18288" marB="18288" anchor="ctr"/>
                </a:tc>
                <a:tc>
                  <a:txBody>
                    <a:bodyPr/>
                    <a:lstStyle/>
                    <a:p>
                      <a:pPr algn="r"/>
                      <a:r>
                        <a:rPr sz="1400" b="1"/>
                        <a:t>Δ |M| %</a:t>
                      </a:r>
                    </a:p>
                  </a:txBody>
                  <a:tcPr marL="54864" marR="54864" marT="18288" marB="18288" anchor="ctr"/>
                </a:tc>
              </a:tr>
              <a:tr h="283464">
                <a:tc>
                  <a:txBody>
                    <a:bodyPr/>
                    <a:lstStyle/>
                    <a:p>
                      <a:pPr algn="l"/>
                      <a:r>
                        <a:rPr sz="1400" b="0"/>
                        <a:t>H, flap 0.70, η 0.71 to 0.97</a:t>
                      </a:r>
                    </a:p>
                  </a:txBody>
                  <a:tcPr marL="54864" marR="54864" marT="18288" marB="18288" anchor="ctr"/>
                </a:tc>
                <a:tc>
                  <a:txBody>
                    <a:bodyPr/>
                    <a:lstStyle/>
                    <a:p>
                      <a:pPr algn="r"/>
                      <a:r>
                        <a:rPr sz="1400" b="0"/>
                        <a:t>-0.317</a:t>
                      </a:r>
                    </a:p>
                  </a:txBody>
                  <a:tcPr marL="54864" marR="54864" marT="18288" marB="18288" anchor="ctr"/>
                </a:tc>
                <a:tc>
                  <a:txBody>
                    <a:bodyPr/>
                    <a:lstStyle/>
                    <a:p>
                      <a:pPr algn="r"/>
                      <a:r>
                        <a:rPr sz="1400" b="0"/>
                        <a:t>-0.302</a:t>
                      </a:r>
                    </a:p>
                  </a:txBody>
                  <a:tcPr marL="54864" marR="54864" marT="18288" marB="18288" anchor="ctr"/>
                </a:tc>
                <a:tc>
                  <a:txBody>
                    <a:bodyPr/>
                    <a:lstStyle/>
                    <a:p>
                      <a:pPr algn="r"/>
                      <a:r>
                        <a:rPr sz="1400" b="0"/>
                        <a:t>+5.1</a:t>
                      </a:r>
                    </a:p>
                  </a:txBody>
                  <a:tcPr marL="54864" marR="54864" marT="18288" marB="18288" anchor="ctr"/>
                </a:tc>
              </a:tr>
              <a:tr h="283464">
                <a:tc>
                  <a:txBody>
                    <a:bodyPr/>
                    <a:lstStyle/>
                    <a:p>
                      <a:pPr algn="l"/>
                      <a:r>
                        <a:rPr sz="1400" b="0"/>
                        <a:t>W, torsion 0.25, η 0.61 to 1</a:t>
                      </a:r>
                    </a:p>
                  </a:txBody>
                  <a:tcPr marL="54864" marR="54864" marT="18288" marB="18288" anchor="ctr"/>
                </a:tc>
                <a:tc>
                  <a:txBody>
                    <a:bodyPr/>
                    <a:lstStyle/>
                    <a:p>
                      <a:pPr algn="r"/>
                      <a:r>
                        <a:rPr sz="1400" b="0"/>
                        <a:t>-2.348</a:t>
                      </a:r>
                    </a:p>
                  </a:txBody>
                  <a:tcPr marL="54864" marR="54864" marT="18288" marB="18288" anchor="ctr"/>
                </a:tc>
                <a:tc>
                  <a:txBody>
                    <a:bodyPr/>
                    <a:lstStyle/>
                    <a:p>
                      <a:pPr algn="r"/>
                      <a:r>
                        <a:rPr sz="1400" b="0"/>
                        <a:t>-2.347</a:t>
                      </a:r>
                    </a:p>
                  </a:txBody>
                  <a:tcPr marL="54864" marR="54864" marT="18288" marB="18288" anchor="ctr"/>
                </a:tc>
                <a:tc>
                  <a:txBody>
                    <a:bodyPr/>
                    <a:lstStyle/>
                    <a:p>
                      <a:pPr algn="r"/>
                      <a:r>
                        <a:rPr sz="1400" b="0"/>
                        <a:t>+0.0</a:t>
                      </a:r>
                    </a:p>
                  </a:txBody>
                  <a:tcPr marL="54864" marR="54864" marT="18288" marB="18288" anchor="ctr"/>
                </a:tc>
              </a:tr>
            </a:tbl>
          </a:graphicData>
        </a:graphic>
      </p:graphicFrame>
      <p:pic>
        <p:nvPicPr>
          <p:cNvPr id="5" name="Picture 4" descr="deck_actuator.png"/>
          <p:cNvPicPr>
            <a:picLocks noChangeAspect="1"/>
          </p:cNvPicPr>
          <p:nvPr/>
        </p:nvPicPr>
        <p:blipFill>
          <a:blip r:embed="rId2"/>
          <a:stretch>
            <a:fillRect/>
          </a:stretch>
        </p:blipFill>
        <p:spPr>
          <a:xfrm>
            <a:off x="5669280" y="1371600"/>
            <a:ext cx="6126480" cy="47091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Root bending moment, Condition CR</a:t>
            </a:r>
          </a:p>
        </p:txBody>
      </p:sp>
      <p:sp>
        <p:nvSpPr>
          <p:cNvPr id="3" name="TextBox 2"/>
          <p:cNvSpPr txBox="1"/>
          <p:nvPr/>
        </p:nvSpPr>
        <p:spPr>
          <a:xfrm>
            <a:off x="694944" y="1371600"/>
            <a:ext cx="4800600" cy="1700784"/>
          </a:xfrm>
          <a:prstGeom prst="rect">
            <a:avLst/>
          </a:prstGeom>
          <a:noFill/>
        </p:spPr>
        <p:txBody>
          <a:bodyPr wrap="square" lIns="18288" rIns="18288" tIns="0" bIns="0">
            <a:spAutoFit/>
          </a:bodyPr>
          <a:lstStyle/>
          <a:p>
            <a:pPr marL="256032" indent="-256032">
              <a:spcAft>
                <a:spcPts val="700"/>
              </a:spcAft>
              <a:buChar char="•"/>
            </a:pPr>
            <a:r>
              <a:rPr sz="1800" b="0"/>
              <a:t>VLM and RANS agree on root bending within 0.4 percentage points.</a:t>
            </a:r>
          </a:p>
          <a:p>
            <a:pPr marL="256032" indent="-256032">
              <a:spcAft>
                <a:spcPts val="700"/>
              </a:spcAft>
              <a:buChar char="•"/>
            </a:pPr>
            <a:r>
              <a:rPr sz="1800" b="0"/>
              <a:t>C passes the 6.8% screen in the VLM, fails it in RANS.</a:t>
            </a:r>
          </a:p>
          <a:p>
            <a:pPr marL="256032" indent="-256032">
              <a:spcAft>
                <a:spcPts val="700"/>
              </a:spcAft>
              <a:buChar char="•"/>
            </a:pPr>
            <a:r>
              <a:rPr sz="1800" b="0"/>
              <a:t>M exceeds the screen in both methods.</a:t>
            </a:r>
          </a:p>
        </p:txBody>
      </p:sp>
      <p:graphicFrame>
        <p:nvGraphicFramePr>
          <p:cNvPr id="4" name="Table 3"/>
          <p:cNvGraphicFramePr>
            <a:graphicFrameLocks noGrp="1"/>
          </p:cNvGraphicFramePr>
          <p:nvPr/>
        </p:nvGraphicFramePr>
        <p:xfrm>
          <a:off x="694944" y="3209544"/>
          <a:ext cx="4572000" cy="1700784"/>
        </p:xfrm>
        <a:graphic>
          <a:graphicData uri="http://schemas.openxmlformats.org/drawingml/2006/table">
            <a:tbl>
              <a:tblPr firstRow="1" bandRow="1">
                <a:tableStyleId>{5C22544A-7EE6-4342-B048-85BDC9FD1C3A}</a:tableStyleId>
              </a:tblPr>
              <a:tblGrid>
                <a:gridCol w="548640"/>
                <a:gridCol w="1280160"/>
                <a:gridCol w="1280160"/>
                <a:gridCol w="1463040"/>
              </a:tblGrid>
              <a:tr h="283464">
                <a:tc>
                  <a:txBody>
                    <a:bodyPr/>
                    <a:lstStyle/>
                    <a:p>
                      <a:pPr algn="l"/>
                      <a:r>
                        <a:rPr sz="1400" b="1"/>
                        <a:t>ID</a:t>
                      </a:r>
                    </a:p>
                  </a:txBody>
                  <a:tcPr marL="54864" marR="54864" marT="18288" marB="18288" anchor="ctr"/>
                </a:tc>
                <a:tc>
                  <a:txBody>
                    <a:bodyPr/>
                    <a:lstStyle/>
                    <a:p>
                      <a:pPr algn="r"/>
                      <a:r>
                        <a:rPr sz="1400" b="1"/>
                        <a:t>VLM %</a:t>
                      </a:r>
                    </a:p>
                  </a:txBody>
                  <a:tcPr marL="54864" marR="54864" marT="18288" marB="18288" anchor="ctr"/>
                </a:tc>
                <a:tc>
                  <a:txBody>
                    <a:bodyPr/>
                    <a:lstStyle/>
                    <a:p>
                      <a:pPr algn="r"/>
                      <a:r>
                        <a:rPr sz="1400" b="1"/>
                        <a:t>RANS %</a:t>
                      </a:r>
                    </a:p>
                  </a:txBody>
                  <a:tcPr marL="54864" marR="54864" marT="18288" marB="18288" anchor="ctr"/>
                </a:tc>
                <a:tc>
                  <a:txBody>
                    <a:bodyPr/>
                    <a:lstStyle/>
                    <a:p>
                      <a:pPr algn="r"/>
                      <a:r>
                        <a:rPr sz="1400" b="1"/>
                        <a:t>Difference (pp)</a:t>
                      </a:r>
                    </a:p>
                  </a:txBody>
                  <a:tcPr marL="54864" marR="54864" marT="18288" marB="18288" anchor="ctr"/>
                </a:tc>
              </a:tr>
              <a:tr h="283464">
                <a:tc>
                  <a:txBody>
                    <a:bodyPr/>
                    <a:lstStyle/>
                    <a:p>
                      <a:pPr algn="l"/>
                      <a:r>
                        <a:rPr sz="1400" b="0"/>
                        <a:t>C</a:t>
                      </a:r>
                    </a:p>
                  </a:txBody>
                  <a:tcPr marL="54864" marR="54864" marT="18288" marB="18288" anchor="ctr"/>
                </a:tc>
                <a:tc>
                  <a:txBody>
                    <a:bodyPr/>
                    <a:lstStyle/>
                    <a:p>
                      <a:pPr algn="r"/>
                      <a:r>
                        <a:rPr sz="1400" b="0"/>
                        <a:t>+6.796</a:t>
                      </a:r>
                    </a:p>
                  </a:txBody>
                  <a:tcPr marL="54864" marR="54864" marT="18288" marB="18288" anchor="ctr"/>
                </a:tc>
                <a:tc>
                  <a:txBody>
                    <a:bodyPr/>
                    <a:lstStyle/>
                    <a:p>
                      <a:pPr algn="r"/>
                      <a:r>
                        <a:rPr sz="1400" b="0"/>
                        <a:t>+7.170</a:t>
                      </a:r>
                    </a:p>
                  </a:txBody>
                  <a:tcPr marL="54864" marR="54864" marT="18288" marB="18288" anchor="ctr"/>
                </a:tc>
                <a:tc>
                  <a:txBody>
                    <a:bodyPr/>
                    <a:lstStyle/>
                    <a:p>
                      <a:pPr algn="r"/>
                      <a:r>
                        <a:rPr sz="1400" b="0"/>
                        <a:t>+0.37</a:t>
                      </a:r>
                    </a:p>
                  </a:txBody>
                  <a:tcPr marL="54864" marR="54864" marT="18288" marB="18288" anchor="ctr"/>
                </a:tc>
              </a:tr>
              <a:tr h="283464">
                <a:tc>
                  <a:txBody>
                    <a:bodyPr/>
                    <a:lstStyle/>
                    <a:p>
                      <a:pPr algn="l"/>
                      <a:r>
                        <a:rPr sz="1400" b="0"/>
                        <a:t>F</a:t>
                      </a:r>
                    </a:p>
                  </a:txBody>
                  <a:tcPr marL="54864" marR="54864" marT="18288" marB="18288" anchor="ctr"/>
                </a:tc>
                <a:tc>
                  <a:txBody>
                    <a:bodyPr/>
                    <a:lstStyle/>
                    <a:p>
                      <a:pPr algn="r"/>
                      <a:r>
                        <a:rPr sz="1400" b="0"/>
                        <a:t>+3.755</a:t>
                      </a:r>
                    </a:p>
                  </a:txBody>
                  <a:tcPr marL="54864" marR="54864" marT="18288" marB="18288" anchor="ctr"/>
                </a:tc>
                <a:tc>
                  <a:txBody>
                    <a:bodyPr/>
                    <a:lstStyle/>
                    <a:p>
                      <a:pPr algn="r"/>
                      <a:r>
                        <a:rPr sz="1400" b="0"/>
                        <a:t>+3.960</a:t>
                      </a:r>
                    </a:p>
                  </a:txBody>
                  <a:tcPr marL="54864" marR="54864" marT="18288" marB="18288" anchor="ctr"/>
                </a:tc>
                <a:tc>
                  <a:txBody>
                    <a:bodyPr/>
                    <a:lstStyle/>
                    <a:p>
                      <a:pPr algn="r"/>
                      <a:r>
                        <a:rPr sz="1400" b="0"/>
                        <a:t>+0.20</a:t>
                      </a:r>
                    </a:p>
                  </a:txBody>
                  <a:tcPr marL="54864" marR="54864" marT="18288" marB="18288" anchor="ctr"/>
                </a:tc>
              </a:tr>
              <a:tr h="283464">
                <a:tc>
                  <a:txBody>
                    <a:bodyPr/>
                    <a:lstStyle/>
                    <a:p>
                      <a:pPr algn="l"/>
                      <a:r>
                        <a:rPr sz="1400" b="0"/>
                        <a:t>H</a:t>
                      </a:r>
                    </a:p>
                  </a:txBody>
                  <a:tcPr marL="54864" marR="54864" marT="18288" marB="18288" anchor="ctr"/>
                </a:tc>
                <a:tc>
                  <a:txBody>
                    <a:bodyPr/>
                    <a:lstStyle/>
                    <a:p>
                      <a:pPr algn="r"/>
                      <a:r>
                        <a:rPr sz="1400" b="0"/>
                        <a:t>+3.769</a:t>
                      </a:r>
                    </a:p>
                  </a:txBody>
                  <a:tcPr marL="54864" marR="54864" marT="18288" marB="18288" anchor="ctr"/>
                </a:tc>
                <a:tc>
                  <a:txBody>
                    <a:bodyPr/>
                    <a:lstStyle/>
                    <a:p>
                      <a:pPr algn="r"/>
                      <a:r>
                        <a:rPr sz="1400" b="0"/>
                        <a:t>+3.368</a:t>
                      </a:r>
                    </a:p>
                  </a:txBody>
                  <a:tcPr marL="54864" marR="54864" marT="18288" marB="18288" anchor="ctr"/>
                </a:tc>
                <a:tc>
                  <a:txBody>
                    <a:bodyPr/>
                    <a:lstStyle/>
                    <a:p>
                      <a:pPr algn="r"/>
                      <a:r>
                        <a:rPr sz="1400" b="0"/>
                        <a:t>-0.40</a:t>
                      </a:r>
                    </a:p>
                  </a:txBody>
                  <a:tcPr marL="54864" marR="54864" marT="18288" marB="18288" anchor="ctr"/>
                </a:tc>
              </a:tr>
              <a:tr h="283464">
                <a:tc>
                  <a:txBody>
                    <a:bodyPr/>
                    <a:lstStyle/>
                    <a:p>
                      <a:pPr algn="l"/>
                      <a:r>
                        <a:rPr sz="1400" b="0"/>
                        <a:t>M</a:t>
                      </a:r>
                    </a:p>
                  </a:txBody>
                  <a:tcPr marL="54864" marR="54864" marT="18288" marB="18288" anchor="ctr"/>
                </a:tc>
                <a:tc>
                  <a:txBody>
                    <a:bodyPr/>
                    <a:lstStyle/>
                    <a:p>
                      <a:pPr algn="r"/>
                      <a:r>
                        <a:rPr sz="1400" b="0"/>
                        <a:t>+7.124</a:t>
                      </a:r>
                    </a:p>
                  </a:txBody>
                  <a:tcPr marL="54864" marR="54864" marT="18288" marB="18288" anchor="ctr"/>
                </a:tc>
                <a:tc>
                  <a:txBody>
                    <a:bodyPr/>
                    <a:lstStyle/>
                    <a:p>
                      <a:pPr algn="r"/>
                      <a:r>
                        <a:rPr sz="1400" b="0"/>
                        <a:t>+7.519</a:t>
                      </a:r>
                    </a:p>
                  </a:txBody>
                  <a:tcPr marL="54864" marR="54864" marT="18288" marB="18288" anchor="ctr"/>
                </a:tc>
                <a:tc>
                  <a:txBody>
                    <a:bodyPr/>
                    <a:lstStyle/>
                    <a:p>
                      <a:pPr algn="r"/>
                      <a:r>
                        <a:rPr sz="1400" b="0"/>
                        <a:t>+0.40</a:t>
                      </a:r>
                    </a:p>
                  </a:txBody>
                  <a:tcPr marL="54864" marR="54864" marT="18288" marB="18288" anchor="ctr"/>
                </a:tc>
              </a:tr>
              <a:tr h="283464">
                <a:tc>
                  <a:txBody>
                    <a:bodyPr/>
                    <a:lstStyle/>
                    <a:p>
                      <a:pPr algn="l"/>
                      <a:r>
                        <a:rPr sz="1400" b="0"/>
                        <a:t>W</a:t>
                      </a:r>
                    </a:p>
                  </a:txBody>
                  <a:tcPr marL="54864" marR="54864" marT="18288" marB="18288" anchor="ctr"/>
                </a:tc>
                <a:tc>
                  <a:txBody>
                    <a:bodyPr/>
                    <a:lstStyle/>
                    <a:p>
                      <a:pPr algn="r"/>
                      <a:r>
                        <a:rPr sz="1400" b="0"/>
                        <a:t>+3.010</a:t>
                      </a:r>
                    </a:p>
                  </a:txBody>
                  <a:tcPr marL="54864" marR="54864" marT="18288" marB="18288" anchor="ctr"/>
                </a:tc>
                <a:tc>
                  <a:txBody>
                    <a:bodyPr/>
                    <a:lstStyle/>
                    <a:p>
                      <a:pPr algn="r"/>
                      <a:r>
                        <a:rPr sz="1400" b="0"/>
                        <a:t>+3.079</a:t>
                      </a:r>
                    </a:p>
                  </a:txBody>
                  <a:tcPr marL="54864" marR="54864" marT="18288" marB="18288" anchor="ctr"/>
                </a:tc>
                <a:tc>
                  <a:txBody>
                    <a:bodyPr/>
                    <a:lstStyle/>
                    <a:p>
                      <a:pPr algn="r"/>
                      <a:r>
                        <a:rPr sz="1400" b="0"/>
                        <a:t>+0.07</a:t>
                      </a:r>
                    </a:p>
                  </a:txBody>
                  <a:tcPr marL="54864" marR="54864" marT="18288" marB="18288" anchor="ctr"/>
                </a:tc>
              </a:tr>
            </a:tbl>
          </a:graphicData>
        </a:graphic>
      </p:graphicFrame>
      <p:pic>
        <p:nvPicPr>
          <p:cNvPr id="5" name="Picture 4" descr="deck_rbm.png"/>
          <p:cNvPicPr>
            <a:picLocks noChangeAspect="1"/>
          </p:cNvPicPr>
          <p:nvPr/>
        </p:nvPicPr>
        <p:blipFill>
          <a:blip r:embed="rId2"/>
          <a:stretch>
            <a:fillRect/>
          </a:stretch>
        </p:blipFill>
        <p:spPr>
          <a:xfrm>
            <a:off x="5669280" y="1371600"/>
            <a:ext cx="6126480" cy="470916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Surface pressure and skin friction at η = 0.80</a:t>
            </a:r>
          </a:p>
        </p:txBody>
      </p:sp>
      <p:sp>
        <p:nvSpPr>
          <p:cNvPr id="3" name="TextBox 2"/>
          <p:cNvSpPr txBox="1"/>
          <p:nvPr/>
        </p:nvSpPr>
        <p:spPr>
          <a:xfrm>
            <a:off x="694944" y="1371600"/>
            <a:ext cx="10789920" cy="640080"/>
          </a:xfrm>
          <a:prstGeom prst="rect">
            <a:avLst/>
          </a:prstGeom>
          <a:noFill/>
        </p:spPr>
        <p:txBody>
          <a:bodyPr wrap="square" lIns="18288" rIns="18288" tIns="0" bIns="0">
            <a:spAutoFit/>
          </a:bodyPr>
          <a:lstStyle/>
          <a:p>
            <a:pPr marL="256032" indent="-256032">
              <a:spcAft>
                <a:spcPts val="700"/>
              </a:spcAft>
              <a:buChar char="•"/>
            </a:pPr>
            <a:r>
              <a:rPr sz="1800" b="0"/>
              <a:t>Nothing separates at Condition CR: largest reversed upper fraction 0.02 per cent.</a:t>
            </a:r>
          </a:p>
          <a:p>
            <a:pPr marL="256032" indent="-256032">
              <a:spcAft>
                <a:spcPts val="700"/>
              </a:spcAft>
              <a:buChar char="•"/>
            </a:pPr>
            <a:r>
              <a:rPr sz="1800" b="0"/>
              <a:t>Cruise, η 0.80: C and M separate; F, H do not.</a:t>
            </a:r>
          </a:p>
        </p:txBody>
      </p:sp>
      <p:pic>
        <p:nvPicPr>
          <p:cNvPr id="4" name="Picture 3" descr="deck_sections_CR_eta080.png"/>
          <p:cNvPicPr>
            <a:picLocks noChangeAspect="1"/>
          </p:cNvPicPr>
          <p:nvPr/>
        </p:nvPicPr>
        <p:blipFill>
          <a:blip r:embed="rId2"/>
          <a:stretch>
            <a:fillRect/>
          </a:stretch>
        </p:blipFill>
        <p:spPr>
          <a:xfrm>
            <a:off x="502920" y="2029967"/>
            <a:ext cx="5486400" cy="4114800"/>
          </a:xfrm>
          <a:prstGeom prst="rect">
            <a:avLst/>
          </a:prstGeom>
        </p:spPr>
      </p:pic>
      <p:pic>
        <p:nvPicPr>
          <p:cNvPr id="5" name="Picture 4" descr="deck_sections_EC_eta080.png"/>
          <p:cNvPicPr>
            <a:picLocks noChangeAspect="1"/>
          </p:cNvPicPr>
          <p:nvPr/>
        </p:nvPicPr>
        <p:blipFill>
          <a:blip r:embed="rId3"/>
          <a:stretch>
            <a:fillRect/>
          </a:stretch>
        </p:blipFill>
        <p:spPr>
          <a:xfrm>
            <a:off x="6217920" y="2029967"/>
            <a:ext cx="5486400" cy="41148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Surface Δ</a:t>
            </a:r>
            <a:r>
              <a:rPr b="0"/>
              <a:t>c</a:t>
            </a:r>
            <a:r>
              <a:rPr b="0" baseline="-25000"/>
              <a:t>p</a:t>
            </a:r>
            <a:r>
              <a:rPr b="0"/>
              <a:t> against the baseline, Condition CR</a:t>
            </a:r>
          </a:p>
        </p:txBody>
      </p:sp>
      <p:sp>
        <p:nvSpPr>
          <p:cNvPr id="3" name="TextBox 2"/>
          <p:cNvSpPr txBox="1"/>
          <p:nvPr/>
        </p:nvSpPr>
        <p:spPr>
          <a:xfrm>
            <a:off x="694944" y="1371600"/>
            <a:ext cx="10789920" cy="640080"/>
          </a:xfrm>
          <a:prstGeom prst="rect">
            <a:avLst/>
          </a:prstGeom>
          <a:noFill/>
        </p:spPr>
        <p:txBody>
          <a:bodyPr wrap="square" lIns="18288" rIns="18288" tIns="0" bIns="0">
            <a:spAutoFit/>
          </a:bodyPr>
          <a:lstStyle/>
          <a:p>
            <a:pPr marL="256032" indent="-256032">
              <a:spcAft>
                <a:spcPts val="700"/>
              </a:spcAft>
              <a:buChar char="•"/>
            </a:pPr>
            <a:r>
              <a:rPr sz="1800" b="0"/>
              <a:t>Candidate minus B on one shared scale, ±0.18 at the 99.5th percentile.</a:t>
            </a:r>
          </a:p>
          <a:p>
            <a:pPr marL="256032" indent="-256032">
              <a:spcAft>
                <a:spcPts val="700"/>
              </a:spcAft>
              <a:buChar char="•"/>
            </a:pPr>
            <a:r>
              <a:rPr sz="1800" b="0"/>
              <a:t>Suction gain above and pressure gain below over the morphed outer span.</a:t>
            </a:r>
          </a:p>
        </p:txBody>
      </p:sp>
      <p:pic>
        <p:nvPicPr>
          <p:cNvPr id="4" name="Picture 3" descr="deck_delta_cp_CR.png"/>
          <p:cNvPicPr>
            <a:picLocks noChangeAspect="1"/>
          </p:cNvPicPr>
          <p:nvPr/>
        </p:nvPicPr>
        <p:blipFill>
          <a:blip r:embed="rId2"/>
          <a:stretch>
            <a:fillRect/>
          </a:stretch>
        </p:blipFill>
        <p:spPr>
          <a:xfrm>
            <a:off x="566928" y="2057400"/>
            <a:ext cx="11064240" cy="41148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Surface Δ</a:t>
            </a:r>
            <a:r>
              <a:rPr b="0"/>
              <a:t>c</a:t>
            </a:r>
            <a:r>
              <a:rPr b="0" baseline="-25000"/>
              <a:t>p</a:t>
            </a:r>
            <a:r>
              <a:rPr b="0"/>
              <a:t> against the baseline, early cruise</a:t>
            </a:r>
          </a:p>
        </p:txBody>
      </p:sp>
      <p:sp>
        <p:nvSpPr>
          <p:cNvPr id="3" name="TextBox 2"/>
          <p:cNvSpPr txBox="1"/>
          <p:nvPr/>
        </p:nvSpPr>
        <p:spPr>
          <a:xfrm>
            <a:off x="694944" y="1371600"/>
            <a:ext cx="10789920" cy="640080"/>
          </a:xfrm>
          <a:prstGeom prst="rect">
            <a:avLst/>
          </a:prstGeom>
          <a:noFill/>
        </p:spPr>
        <p:txBody>
          <a:bodyPr wrap="square" lIns="18288" rIns="18288" tIns="0" bIns="0">
            <a:spAutoFit/>
          </a:bodyPr>
          <a:lstStyle/>
          <a:p>
            <a:pPr marL="256032" indent="-256032">
              <a:spcAft>
                <a:spcPts val="700"/>
              </a:spcAft>
              <a:buChar char="•"/>
            </a:pPr>
            <a:r>
              <a:rPr sz="1800" b="0"/>
              <a:t>Candidate minus B on one shared scale, ±0.42 at the 99.5th percentile.</a:t>
            </a:r>
          </a:p>
          <a:p>
            <a:pPr marL="256032" indent="-256032">
              <a:spcAft>
                <a:spcPts val="700"/>
              </a:spcAft>
              <a:buChar char="•"/>
            </a:pPr>
            <a:r>
              <a:rPr sz="1800" b="0"/>
              <a:t>Suction gain above and pressure gain below over the morphed outer span.</a:t>
            </a:r>
          </a:p>
        </p:txBody>
      </p:sp>
      <p:pic>
        <p:nvPicPr>
          <p:cNvPr id="4" name="Picture 3" descr="deck_delta_cp_EC.png"/>
          <p:cNvPicPr>
            <a:picLocks noChangeAspect="1"/>
          </p:cNvPicPr>
          <p:nvPr/>
        </p:nvPicPr>
        <p:blipFill>
          <a:blip r:embed="rId2"/>
          <a:stretch>
            <a:fillRect/>
          </a:stretch>
        </p:blipFill>
        <p:spPr>
          <a:xfrm>
            <a:off x="566928" y="2057400"/>
            <a:ext cx="11064240" cy="41148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Ordering: does the VLM rank the candidates?</a:t>
            </a:r>
          </a:p>
        </p:txBody>
      </p:sp>
      <p:sp>
        <p:nvSpPr>
          <p:cNvPr id="3" name="TextBox 2"/>
          <p:cNvSpPr txBox="1"/>
          <p:nvPr/>
        </p:nvSpPr>
        <p:spPr>
          <a:xfrm>
            <a:off x="694944" y="1371600"/>
            <a:ext cx="4800600" cy="1975103"/>
          </a:xfrm>
          <a:prstGeom prst="rect">
            <a:avLst/>
          </a:prstGeom>
          <a:noFill/>
        </p:spPr>
        <p:txBody>
          <a:bodyPr wrap="square" lIns="18288" rIns="18288" tIns="0" bIns="0">
            <a:spAutoFit/>
          </a:bodyPr>
          <a:lstStyle/>
          <a:p>
            <a:pPr marL="256032" indent="-256032">
              <a:spcAft>
                <a:spcPts val="700"/>
              </a:spcAft>
              <a:buChar char="•"/>
            </a:pPr>
            <a:r>
              <a:rPr sz="1800" b="0"/>
              <a:t>Far field reproduces the RANS order, 9 pairs of ten.</a:t>
            </a:r>
          </a:p>
          <a:p>
            <a:pPr marL="256032" indent="-256032">
              <a:spcAft>
                <a:spcPts val="700"/>
              </a:spcAft>
              <a:buChar char="•"/>
            </a:pPr>
            <a:r>
              <a:rPr sz="1800" b="0"/>
              <a:t>Near field does not, 4 pairs of ten concordant.</a:t>
            </a:r>
          </a:p>
          <a:p>
            <a:pPr marL="256032" indent="-256032">
              <a:spcAft>
                <a:spcPts val="700"/>
              </a:spcAft>
              <a:buChar char="•"/>
            </a:pPr>
            <a:r>
              <a:rPr sz="1800" b="0"/>
              <a:t>The one far-field error is the closest pair, 0.053 counts apart.</a:t>
            </a:r>
          </a:p>
        </p:txBody>
      </p:sp>
      <p:graphicFrame>
        <p:nvGraphicFramePr>
          <p:cNvPr id="4" name="Table 3"/>
          <p:cNvGraphicFramePr>
            <a:graphicFrameLocks noGrp="1"/>
          </p:cNvGraphicFramePr>
          <p:nvPr/>
        </p:nvGraphicFramePr>
        <p:xfrm>
          <a:off x="694944" y="3483863"/>
          <a:ext cx="4800600" cy="1984248"/>
        </p:xfrm>
        <a:graphic>
          <a:graphicData uri="http://schemas.openxmlformats.org/drawingml/2006/table">
            <a:tbl>
              <a:tblPr firstRow="1" bandRow="1">
                <a:tableStyleId>{5C22544A-7EE6-4342-B048-85BDC9FD1C3A}</a:tableStyleId>
              </a:tblPr>
              <a:tblGrid>
                <a:gridCol w="914400"/>
                <a:gridCol w="1005840"/>
                <a:gridCol w="1600200"/>
                <a:gridCol w="1280160"/>
              </a:tblGrid>
              <a:tr h="283464">
                <a:tc>
                  <a:txBody>
                    <a:bodyPr/>
                    <a:lstStyle/>
                    <a:p>
                      <a:pPr algn="l"/>
                      <a:r>
                        <a:rPr sz="1400" b="1"/>
                        <a:t>ID</a:t>
                      </a:r>
                    </a:p>
                  </a:txBody>
                  <a:tcPr marL="54864" marR="54864" marT="18288" marB="18288" anchor="ctr"/>
                </a:tc>
                <a:tc>
                  <a:txBody>
                    <a:bodyPr/>
                    <a:lstStyle/>
                    <a:p>
                      <a:pPr algn="r"/>
                      <a:r>
                        <a:rPr sz="1400" b="1"/>
                        <a:t>RANS rank</a:t>
                      </a:r>
                    </a:p>
                  </a:txBody>
                  <a:tcPr marL="54864" marR="54864" marT="18288" marB="18288" anchor="ctr"/>
                </a:tc>
                <a:tc>
                  <a:txBody>
                    <a:bodyPr/>
                    <a:lstStyle/>
                    <a:p>
                      <a:pPr algn="r"/>
                      <a:r>
                        <a:rPr sz="1400" b="1"/>
                        <a:t>Near field (surface)</a:t>
                      </a:r>
                    </a:p>
                  </a:txBody>
                  <a:tcPr marL="54864" marR="54864" marT="18288" marB="18288" anchor="ctr"/>
                </a:tc>
                <a:tc>
                  <a:txBody>
                    <a:bodyPr/>
                    <a:lstStyle/>
                    <a:p>
                      <a:pPr algn="r"/>
                      <a:r>
                        <a:rPr sz="1400" b="1"/>
                        <a:t>Far field (wake)</a:t>
                      </a:r>
                    </a:p>
                  </a:txBody>
                  <a:tcPr marL="54864" marR="54864" marT="18288" marB="18288" anchor="ctr"/>
                </a:tc>
              </a:tr>
              <a:tr h="283464">
                <a:tc>
                  <a:txBody>
                    <a:bodyPr/>
                    <a:lstStyle/>
                    <a:p>
                      <a:pPr algn="l"/>
                      <a:r>
                        <a:rPr sz="1400" b="0"/>
                        <a:t>C</a:t>
                      </a:r>
                    </a:p>
                  </a:txBody>
                  <a:tcPr marL="54864" marR="54864" marT="18288" marB="18288" anchor="ctr"/>
                </a:tc>
                <a:tc>
                  <a:txBody>
                    <a:bodyPr/>
                    <a:lstStyle/>
                    <a:p>
                      <a:pPr algn="r"/>
                      <a:r>
                        <a:rPr sz="1400" b="0"/>
                        <a:t>3</a:t>
                      </a:r>
                    </a:p>
                  </a:txBody>
                  <a:tcPr marL="54864" marR="54864" marT="18288" marB="18288" anchor="ctr"/>
                </a:tc>
                <a:tc>
                  <a:txBody>
                    <a:bodyPr/>
                    <a:lstStyle/>
                    <a:p>
                      <a:pPr algn="r"/>
                      <a:r>
                        <a:rPr sz="1400" b="0"/>
                        <a:t>1</a:t>
                      </a:r>
                    </a:p>
                  </a:txBody>
                  <a:tcPr marL="54864" marR="54864" marT="18288" marB="18288" anchor="ctr"/>
                </a:tc>
                <a:tc>
                  <a:txBody>
                    <a:bodyPr/>
                    <a:lstStyle/>
                    <a:p>
                      <a:pPr algn="r"/>
                      <a:r>
                        <a:rPr sz="1400" b="0"/>
                        <a:t>3</a:t>
                      </a:r>
                    </a:p>
                  </a:txBody>
                  <a:tcPr marL="54864" marR="54864" marT="18288" marB="18288" anchor="ctr"/>
                </a:tc>
              </a:tr>
              <a:tr h="283464">
                <a:tc>
                  <a:txBody>
                    <a:bodyPr/>
                    <a:lstStyle/>
                    <a:p>
                      <a:pPr algn="l"/>
                      <a:r>
                        <a:rPr sz="1400" b="0"/>
                        <a:t>F</a:t>
                      </a:r>
                    </a:p>
                  </a:txBody>
                  <a:tcPr marL="54864" marR="54864" marT="18288" marB="18288" anchor="ctr"/>
                </a:tc>
                <a:tc>
                  <a:txBody>
                    <a:bodyPr/>
                    <a:lstStyle/>
                    <a:p>
                      <a:pPr algn="r"/>
                      <a:r>
                        <a:rPr sz="1400" b="0"/>
                        <a:t>2</a:t>
                      </a:r>
                    </a:p>
                  </a:txBody>
                  <a:tcPr marL="54864" marR="54864" marT="18288" marB="18288" anchor="ctr"/>
                </a:tc>
                <a:tc>
                  <a:txBody>
                    <a:bodyPr/>
                    <a:lstStyle/>
                    <a:p>
                      <a:pPr algn="r"/>
                      <a:r>
                        <a:rPr sz="1400" b="0"/>
                        <a:t>3</a:t>
                      </a:r>
                    </a:p>
                  </a:txBody>
                  <a:tcPr marL="54864" marR="54864" marT="18288" marB="18288" anchor="ctr"/>
                </a:tc>
                <a:tc>
                  <a:txBody>
                    <a:bodyPr/>
                    <a:lstStyle/>
                    <a:p>
                      <a:pPr algn="r"/>
                      <a:r>
                        <a:rPr sz="1400" b="0"/>
                        <a:t>1</a:t>
                      </a:r>
                    </a:p>
                  </a:txBody>
                  <a:tcPr marL="54864" marR="54864" marT="18288" marB="18288" anchor="ctr"/>
                </a:tc>
              </a:tr>
              <a:tr h="283464">
                <a:tc>
                  <a:txBody>
                    <a:bodyPr/>
                    <a:lstStyle/>
                    <a:p>
                      <a:pPr algn="l"/>
                      <a:r>
                        <a:rPr sz="1400" b="0"/>
                        <a:t>H</a:t>
                      </a:r>
                    </a:p>
                  </a:txBody>
                  <a:tcPr marL="54864" marR="54864" marT="18288" marB="18288" anchor="ctr"/>
                </a:tc>
                <a:tc>
                  <a:txBody>
                    <a:bodyPr/>
                    <a:lstStyle/>
                    <a:p>
                      <a:pPr algn="r"/>
                      <a:r>
                        <a:rPr sz="1400" b="0"/>
                        <a:t>4</a:t>
                      </a:r>
                    </a:p>
                  </a:txBody>
                  <a:tcPr marL="54864" marR="54864" marT="18288" marB="18288" anchor="ctr"/>
                </a:tc>
                <a:tc>
                  <a:txBody>
                    <a:bodyPr/>
                    <a:lstStyle/>
                    <a:p>
                      <a:pPr algn="r"/>
                      <a:r>
                        <a:rPr sz="1400" b="0"/>
                        <a:t>5</a:t>
                      </a:r>
                    </a:p>
                  </a:txBody>
                  <a:tcPr marL="54864" marR="54864" marT="18288" marB="18288" anchor="ctr"/>
                </a:tc>
                <a:tc>
                  <a:txBody>
                    <a:bodyPr/>
                    <a:lstStyle/>
                    <a:p>
                      <a:pPr algn="r"/>
                      <a:r>
                        <a:rPr sz="1400" b="0"/>
                        <a:t>4</a:t>
                      </a:r>
                    </a:p>
                  </a:txBody>
                  <a:tcPr marL="54864" marR="54864" marT="18288" marB="18288" anchor="ctr"/>
                </a:tc>
              </a:tr>
              <a:tr h="283464">
                <a:tc>
                  <a:txBody>
                    <a:bodyPr/>
                    <a:lstStyle/>
                    <a:p>
                      <a:pPr algn="l"/>
                      <a:r>
                        <a:rPr sz="1400" b="0"/>
                        <a:t>M</a:t>
                      </a:r>
                    </a:p>
                  </a:txBody>
                  <a:tcPr marL="54864" marR="54864" marT="18288" marB="18288" anchor="ctr"/>
                </a:tc>
                <a:tc>
                  <a:txBody>
                    <a:bodyPr/>
                    <a:lstStyle/>
                    <a:p>
                      <a:pPr algn="r"/>
                      <a:r>
                        <a:rPr sz="1400" b="0"/>
                        <a:t>5</a:t>
                      </a:r>
                    </a:p>
                  </a:txBody>
                  <a:tcPr marL="54864" marR="54864" marT="18288" marB="18288" anchor="ctr"/>
                </a:tc>
                <a:tc>
                  <a:txBody>
                    <a:bodyPr/>
                    <a:lstStyle/>
                    <a:p>
                      <a:pPr algn="r"/>
                      <a:r>
                        <a:rPr sz="1400" b="0"/>
                        <a:t>2</a:t>
                      </a:r>
                    </a:p>
                  </a:txBody>
                  <a:tcPr marL="54864" marR="54864" marT="18288" marB="18288" anchor="ctr"/>
                </a:tc>
                <a:tc>
                  <a:txBody>
                    <a:bodyPr/>
                    <a:lstStyle/>
                    <a:p>
                      <a:pPr algn="r"/>
                      <a:r>
                        <a:rPr sz="1400" b="0"/>
                        <a:t>5</a:t>
                      </a:r>
                    </a:p>
                  </a:txBody>
                  <a:tcPr marL="54864" marR="54864" marT="18288" marB="18288" anchor="ctr"/>
                </a:tc>
              </a:tr>
              <a:tr h="283464">
                <a:tc>
                  <a:txBody>
                    <a:bodyPr/>
                    <a:lstStyle/>
                    <a:p>
                      <a:pPr algn="l"/>
                      <a:r>
                        <a:rPr sz="1400" b="0"/>
                        <a:t>W</a:t>
                      </a:r>
                    </a:p>
                  </a:txBody>
                  <a:tcPr marL="54864" marR="54864" marT="18288" marB="18288" anchor="ctr"/>
                </a:tc>
                <a:tc>
                  <a:txBody>
                    <a:bodyPr/>
                    <a:lstStyle/>
                    <a:p>
                      <a:pPr algn="r"/>
                      <a:r>
                        <a:rPr sz="1400" b="0"/>
                        <a:t>1</a:t>
                      </a:r>
                    </a:p>
                  </a:txBody>
                  <a:tcPr marL="54864" marR="54864" marT="18288" marB="18288" anchor="ctr"/>
                </a:tc>
                <a:tc>
                  <a:txBody>
                    <a:bodyPr/>
                    <a:lstStyle/>
                    <a:p>
                      <a:pPr algn="r"/>
                      <a:r>
                        <a:rPr sz="1400" b="0"/>
                        <a:t>4</a:t>
                      </a:r>
                    </a:p>
                  </a:txBody>
                  <a:tcPr marL="54864" marR="54864" marT="18288" marB="18288" anchor="ctr"/>
                </a:tc>
                <a:tc>
                  <a:txBody>
                    <a:bodyPr/>
                    <a:lstStyle/>
                    <a:p>
                      <a:pPr algn="r"/>
                      <a:r>
                        <a:rPr sz="1400" b="0"/>
                        <a:t>2</a:t>
                      </a:r>
                    </a:p>
                  </a:txBody>
                  <a:tcPr marL="54864" marR="54864" marT="18288" marB="18288" anchor="ctr"/>
                </a:tc>
              </a:tr>
              <a:tr h="283464">
                <a:tc>
                  <a:txBody>
                    <a:bodyPr/>
                    <a:lstStyle/>
                    <a:p>
                      <a:pPr algn="l"/>
                      <a:r>
                        <a:rPr sz="1400" b="0"/>
                        <a:t>Kendall τ</a:t>
                      </a:r>
                    </a:p>
                  </a:txBody>
                  <a:tcPr marL="54864" marR="54864" marT="18288" marB="18288" anchor="ctr"/>
                </a:tc>
                <a:tc>
                  <a:txBody>
                    <a:bodyPr/>
                    <a:lstStyle/>
                    <a:p>
                      <a:pPr algn="r"/>
                    </a:p>
                  </a:txBody>
                  <a:tcPr marL="54864" marR="54864" marT="18288" marB="18288" anchor="ctr"/>
                </a:tc>
                <a:tc>
                  <a:txBody>
                    <a:bodyPr/>
                    <a:lstStyle/>
                    <a:p>
                      <a:pPr algn="r"/>
                      <a:r>
                        <a:rPr sz="1400" b="0"/>
                        <a:t>-0.20</a:t>
                      </a:r>
                    </a:p>
                  </a:txBody>
                  <a:tcPr marL="54864" marR="54864" marT="18288" marB="18288" anchor="ctr"/>
                </a:tc>
                <a:tc>
                  <a:txBody>
                    <a:bodyPr/>
                    <a:lstStyle/>
                    <a:p>
                      <a:pPr algn="r"/>
                      <a:r>
                        <a:rPr sz="1400" b="0"/>
                        <a:t>+0.80</a:t>
                      </a:r>
                    </a:p>
                  </a:txBody>
                  <a:tcPr marL="54864" marR="54864" marT="18288" marB="18288" anchor="ctr"/>
                </a:tc>
              </a:tr>
            </a:tbl>
          </a:graphicData>
        </a:graphic>
      </p:graphicFrame>
      <p:pic>
        <p:nvPicPr>
          <p:cNvPr id="5" name="Picture 4" descr="deck_ranking_near.png"/>
          <p:cNvPicPr>
            <a:picLocks noChangeAspect="1"/>
          </p:cNvPicPr>
          <p:nvPr/>
        </p:nvPicPr>
        <p:blipFill>
          <a:blip r:embed="rId2"/>
          <a:stretch>
            <a:fillRect/>
          </a:stretch>
        </p:blipFill>
        <p:spPr>
          <a:xfrm>
            <a:off x="5669280" y="1371600"/>
            <a:ext cx="2971800" cy="4709160"/>
          </a:xfrm>
          <a:prstGeom prst="rect">
            <a:avLst/>
          </a:prstGeom>
        </p:spPr>
      </p:pic>
      <p:pic>
        <p:nvPicPr>
          <p:cNvPr id="6" name="Picture 5" descr="deck_ranking_far.png"/>
          <p:cNvPicPr>
            <a:picLocks noChangeAspect="1"/>
          </p:cNvPicPr>
          <p:nvPr/>
        </p:nvPicPr>
        <p:blipFill>
          <a:blip r:embed="rId3"/>
          <a:stretch>
            <a:fillRect/>
          </a:stretch>
        </p:blipFill>
        <p:spPr>
          <a:xfrm>
            <a:off x="8823959" y="1371600"/>
            <a:ext cx="2971800" cy="470916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Magnitude: does the VLM price the candidates?</a:t>
            </a:r>
          </a:p>
        </p:txBody>
      </p:sp>
      <p:sp>
        <p:nvSpPr>
          <p:cNvPr id="3" name="TextBox 2"/>
          <p:cNvSpPr txBox="1"/>
          <p:nvPr/>
        </p:nvSpPr>
        <p:spPr>
          <a:xfrm>
            <a:off x="694944" y="1371600"/>
            <a:ext cx="4800600" cy="2633472"/>
          </a:xfrm>
          <a:prstGeom prst="rect">
            <a:avLst/>
          </a:prstGeom>
          <a:noFill/>
        </p:spPr>
        <p:txBody>
          <a:bodyPr wrap="square" lIns="18288" rIns="18288" tIns="0" bIns="0">
            <a:spAutoFit/>
          </a:bodyPr>
          <a:lstStyle/>
          <a:p>
            <a:pPr marL="256032" indent="-256032">
              <a:spcAft>
                <a:spcPts val="700"/>
              </a:spcAft>
              <a:buChar char="•"/>
            </a:pPr>
            <a:r>
              <a:rPr sz="1800" b="0"/>
              <a:t>Far-field increments sit a near-constant 1.2 counts below the RANS increments.</a:t>
            </a:r>
          </a:p>
          <a:p>
            <a:pPr marL="256032" indent="-256032">
              <a:spcAft>
                <a:spcPts val="700"/>
              </a:spcAft>
              <a:buChar char="•"/>
            </a:pPr>
            <a:r>
              <a:rPr sz="1800" b="0"/>
              <a:t>Remove that one offset and the candidates agree within 0.25 counts.</a:t>
            </a:r>
          </a:p>
          <a:p>
            <a:pPr marL="256032" indent="-256032">
              <a:spcAft>
                <a:spcPts val="700"/>
              </a:spcAft>
              <a:buChar char="•"/>
            </a:pPr>
            <a:r>
              <a:rPr sz="1800" b="0"/>
              <a:t>Near-field errors span 0.7 to 4.2 counts, wrong sign on four.</a:t>
            </a:r>
          </a:p>
          <a:p>
            <a:pPr marL="256032" indent="-256032">
              <a:spcAft>
                <a:spcPts val="700"/>
              </a:spcAft>
              <a:buChar char="•"/>
            </a:pPr>
            <a:r>
              <a:rPr sz="1800" b="0"/>
              <a:t>Absolute pricing needs that offset, which only RANS supplies.</a:t>
            </a:r>
          </a:p>
        </p:txBody>
      </p:sp>
      <p:graphicFrame>
        <p:nvGraphicFramePr>
          <p:cNvPr id="4" name="Table 3"/>
          <p:cNvGraphicFramePr>
            <a:graphicFrameLocks noGrp="1"/>
          </p:cNvGraphicFramePr>
          <p:nvPr/>
        </p:nvGraphicFramePr>
        <p:xfrm>
          <a:off x="694944" y="4142232"/>
          <a:ext cx="4800600" cy="1700784"/>
        </p:xfrm>
        <a:graphic>
          <a:graphicData uri="http://schemas.openxmlformats.org/drawingml/2006/table">
            <a:tbl>
              <a:tblPr firstRow="1" bandRow="1">
                <a:tableStyleId>{5C22544A-7EE6-4342-B048-85BDC9FD1C3A}</a:tableStyleId>
              </a:tblPr>
              <a:tblGrid>
                <a:gridCol w="457200"/>
                <a:gridCol w="1051560"/>
                <a:gridCol w="1051560"/>
                <a:gridCol w="1234440"/>
                <a:gridCol w="1005840"/>
              </a:tblGrid>
              <a:tr h="283464">
                <a:tc>
                  <a:txBody>
                    <a:bodyPr/>
                    <a:lstStyle/>
                    <a:p>
                      <a:pPr algn="l"/>
                      <a:r>
                        <a:rPr sz="1400" b="1"/>
                        <a:t>ID</a:t>
                      </a:r>
                    </a:p>
                  </a:txBody>
                  <a:tcPr marL="54864" marR="54864" marT="18288" marB="18288" anchor="ctr"/>
                </a:tc>
                <a:tc>
                  <a:txBody>
                    <a:bodyPr/>
                    <a:lstStyle/>
                    <a:p>
                      <a:pPr algn="r"/>
                      <a:r>
                        <a:rPr sz="1400" b="1"/>
                        <a:t>RANS Δ</a:t>
                      </a:r>
                      <a:r>
                        <a:rPr sz="1400" b="1"/>
                        <a:t>C</a:t>
                      </a:r>
                      <a:r>
                        <a:rPr sz="1400" b="1" baseline="-25000"/>
                        <a:t>D</a:t>
                      </a:r>
                    </a:p>
                  </a:txBody>
                  <a:tcPr marL="54864" marR="54864" marT="18288" marB="18288" anchor="ctr"/>
                </a:tc>
                <a:tc>
                  <a:txBody>
                    <a:bodyPr/>
                    <a:lstStyle/>
                    <a:p>
                      <a:pPr algn="r"/>
                      <a:r>
                        <a:rPr sz="1400" b="1"/>
                        <a:t>Far Δ</a:t>
                      </a:r>
                      <a:r>
                        <a:rPr sz="1400" b="1"/>
                        <a:t>C</a:t>
                      </a:r>
                      <a:r>
                        <a:rPr sz="1400" b="1" baseline="-25000"/>
                        <a:t>Diw</a:t>
                      </a:r>
                    </a:p>
                  </a:txBody>
                  <a:tcPr marL="54864" marR="54864" marT="18288" marB="18288" anchor="ctr"/>
                </a:tc>
                <a:tc>
                  <a:txBody>
                    <a:bodyPr/>
                    <a:lstStyle/>
                    <a:p>
                      <a:pPr algn="r"/>
                      <a:r>
                        <a:rPr sz="1400" b="1"/>
                        <a:t>Far minus offset</a:t>
                      </a:r>
                    </a:p>
                  </a:txBody>
                  <a:tcPr marL="54864" marR="54864" marT="18288" marB="18288" anchor="ctr"/>
                </a:tc>
                <a:tc>
                  <a:txBody>
                    <a:bodyPr/>
                    <a:lstStyle/>
                    <a:p>
                      <a:pPr algn="r"/>
                      <a:r>
                        <a:rPr sz="1400" b="1"/>
                        <a:t>Residual</a:t>
                      </a:r>
                    </a:p>
                  </a:txBody>
                  <a:tcPr marL="54864" marR="54864" marT="18288" marB="18288" anchor="ctr"/>
                </a:tc>
              </a:tr>
              <a:tr h="283464">
                <a:tc>
                  <a:txBody>
                    <a:bodyPr/>
                    <a:lstStyle/>
                    <a:p>
                      <a:pPr algn="l"/>
                      <a:r>
                        <a:rPr sz="1400" b="0"/>
                        <a:t>C</a:t>
                      </a:r>
                    </a:p>
                  </a:txBody>
                  <a:tcPr marL="54864" marR="54864" marT="18288" marB="18288" anchor="ctr"/>
                </a:tc>
                <a:tc>
                  <a:txBody>
                    <a:bodyPr/>
                    <a:lstStyle/>
                    <a:p>
                      <a:pPr algn="r"/>
                      <a:r>
                        <a:rPr sz="1400" b="0"/>
                        <a:t>-0.191</a:t>
                      </a:r>
                    </a:p>
                  </a:txBody>
                  <a:tcPr marL="54864" marR="54864" marT="18288" marB="18288" anchor="ctr"/>
                </a:tc>
                <a:tc>
                  <a:txBody>
                    <a:bodyPr/>
                    <a:lstStyle/>
                    <a:p>
                      <a:pPr algn="r"/>
                      <a:r>
                        <a:rPr sz="1400" b="0"/>
                        <a:t>-1.392</a:t>
                      </a:r>
                    </a:p>
                  </a:txBody>
                  <a:tcPr marL="54864" marR="54864" marT="18288" marB="18288" anchor="ctr"/>
                </a:tc>
                <a:tc>
                  <a:txBody>
                    <a:bodyPr/>
                    <a:lstStyle/>
                    <a:p>
                      <a:pPr algn="r"/>
                      <a:r>
                        <a:rPr sz="1400" b="0"/>
                        <a:t>-0.196</a:t>
                      </a:r>
                    </a:p>
                  </a:txBody>
                  <a:tcPr marL="54864" marR="54864" marT="18288" marB="18288" anchor="ctr"/>
                </a:tc>
                <a:tc>
                  <a:txBody>
                    <a:bodyPr/>
                    <a:lstStyle/>
                    <a:p>
                      <a:pPr algn="r"/>
                      <a:r>
                        <a:rPr sz="1400" b="0"/>
                        <a:t>-0.01</a:t>
                      </a:r>
                    </a:p>
                  </a:txBody>
                  <a:tcPr marL="54864" marR="54864" marT="18288" marB="18288" anchor="ctr"/>
                </a:tc>
              </a:tr>
              <a:tr h="283464">
                <a:tc>
                  <a:txBody>
                    <a:bodyPr/>
                    <a:lstStyle/>
                    <a:p>
                      <a:pPr algn="l"/>
                      <a:r>
                        <a:rPr sz="1400" b="0"/>
                        <a:t>F</a:t>
                      </a:r>
                    </a:p>
                  </a:txBody>
                  <a:tcPr marL="54864" marR="54864" marT="18288" marB="18288" anchor="ctr"/>
                </a:tc>
                <a:tc>
                  <a:txBody>
                    <a:bodyPr/>
                    <a:lstStyle/>
                    <a:p>
                      <a:pPr algn="r"/>
                      <a:r>
                        <a:rPr sz="1400" b="0"/>
                        <a:t>-0.815</a:t>
                      </a:r>
                    </a:p>
                  </a:txBody>
                  <a:tcPr marL="54864" marR="54864" marT="18288" marB="18288" anchor="ctr"/>
                </a:tc>
                <a:tc>
                  <a:txBody>
                    <a:bodyPr/>
                    <a:lstStyle/>
                    <a:p>
                      <a:pPr algn="r"/>
                      <a:r>
                        <a:rPr sz="1400" b="0"/>
                        <a:t>-1.938</a:t>
                      </a:r>
                    </a:p>
                  </a:txBody>
                  <a:tcPr marL="54864" marR="54864" marT="18288" marB="18288" anchor="ctr"/>
                </a:tc>
                <a:tc>
                  <a:txBody>
                    <a:bodyPr/>
                    <a:lstStyle/>
                    <a:p>
                      <a:pPr algn="r"/>
                      <a:r>
                        <a:rPr sz="1400" b="0"/>
                        <a:t>-0.743</a:t>
                      </a:r>
                    </a:p>
                  </a:txBody>
                  <a:tcPr marL="54864" marR="54864" marT="18288" marB="18288" anchor="ctr"/>
                </a:tc>
                <a:tc>
                  <a:txBody>
                    <a:bodyPr/>
                    <a:lstStyle/>
                    <a:p>
                      <a:pPr algn="r"/>
                      <a:r>
                        <a:rPr sz="1400" b="0"/>
                        <a:t>+0.07</a:t>
                      </a:r>
                    </a:p>
                  </a:txBody>
                  <a:tcPr marL="54864" marR="54864" marT="18288" marB="18288" anchor="ctr"/>
                </a:tc>
              </a:tr>
              <a:tr h="283464">
                <a:tc>
                  <a:txBody>
                    <a:bodyPr/>
                    <a:lstStyle/>
                    <a:p>
                      <a:pPr algn="l"/>
                      <a:r>
                        <a:rPr sz="1400" b="0"/>
                        <a:t>H</a:t>
                      </a:r>
                    </a:p>
                  </a:txBody>
                  <a:tcPr marL="54864" marR="54864" marT="18288" marB="18288" anchor="ctr"/>
                </a:tc>
                <a:tc>
                  <a:txBody>
                    <a:bodyPr/>
                    <a:lstStyle/>
                    <a:p>
                      <a:pPr algn="r"/>
                      <a:r>
                        <a:rPr sz="1400" b="0"/>
                        <a:t>-0.009</a:t>
                      </a:r>
                    </a:p>
                  </a:txBody>
                  <a:tcPr marL="54864" marR="54864" marT="18288" marB="18288" anchor="ctr"/>
                </a:tc>
                <a:tc>
                  <a:txBody>
                    <a:bodyPr/>
                    <a:lstStyle/>
                    <a:p>
                      <a:pPr algn="r"/>
                      <a:r>
                        <a:rPr sz="1400" b="0"/>
                        <a:t>-1.266</a:t>
                      </a:r>
                    </a:p>
                  </a:txBody>
                  <a:tcPr marL="54864" marR="54864" marT="18288" marB="18288" anchor="ctr"/>
                </a:tc>
                <a:tc>
                  <a:txBody>
                    <a:bodyPr/>
                    <a:lstStyle/>
                    <a:p>
                      <a:pPr algn="r"/>
                      <a:r>
                        <a:rPr sz="1400" b="0"/>
                        <a:t>-0.071</a:t>
                      </a:r>
                    </a:p>
                  </a:txBody>
                  <a:tcPr marL="54864" marR="54864" marT="18288" marB="18288" anchor="ctr"/>
                </a:tc>
                <a:tc>
                  <a:txBody>
                    <a:bodyPr/>
                    <a:lstStyle/>
                    <a:p>
                      <a:pPr algn="r"/>
                      <a:r>
                        <a:rPr sz="1400" b="0"/>
                        <a:t>-0.06</a:t>
                      </a:r>
                    </a:p>
                  </a:txBody>
                  <a:tcPr marL="54864" marR="54864" marT="18288" marB="18288" anchor="ctr"/>
                </a:tc>
              </a:tr>
              <a:tr h="283464">
                <a:tc>
                  <a:txBody>
                    <a:bodyPr/>
                    <a:lstStyle/>
                    <a:p>
                      <a:pPr algn="l"/>
                      <a:r>
                        <a:rPr sz="1400" b="0"/>
                        <a:t>M</a:t>
                      </a:r>
                    </a:p>
                  </a:txBody>
                  <a:tcPr marL="54864" marR="54864" marT="18288" marB="18288" anchor="ctr"/>
                </a:tc>
                <a:tc>
                  <a:txBody>
                    <a:bodyPr/>
                    <a:lstStyle/>
                    <a:p>
                      <a:pPr algn="r"/>
                      <a:r>
                        <a:rPr sz="1400" b="0"/>
                        <a:t>+0.232</a:t>
                      </a:r>
                    </a:p>
                  </a:txBody>
                  <a:tcPr marL="54864" marR="54864" marT="18288" marB="18288" anchor="ctr"/>
                </a:tc>
                <a:tc>
                  <a:txBody>
                    <a:bodyPr/>
                    <a:lstStyle/>
                    <a:p>
                      <a:pPr algn="r"/>
                      <a:r>
                        <a:rPr sz="1400" b="0"/>
                        <a:t>-1.209</a:t>
                      </a:r>
                    </a:p>
                  </a:txBody>
                  <a:tcPr marL="54864" marR="54864" marT="18288" marB="18288" anchor="ctr"/>
                </a:tc>
                <a:tc>
                  <a:txBody>
                    <a:bodyPr/>
                    <a:lstStyle/>
                    <a:p>
                      <a:pPr algn="r"/>
                      <a:r>
                        <a:rPr sz="1400" b="0"/>
                        <a:t>-0.014</a:t>
                      </a:r>
                    </a:p>
                  </a:txBody>
                  <a:tcPr marL="54864" marR="54864" marT="18288" marB="18288" anchor="ctr"/>
                </a:tc>
                <a:tc>
                  <a:txBody>
                    <a:bodyPr/>
                    <a:lstStyle/>
                    <a:p>
                      <a:pPr algn="r"/>
                      <a:r>
                        <a:rPr sz="1400" b="0"/>
                        <a:t>-0.25</a:t>
                      </a:r>
                    </a:p>
                  </a:txBody>
                  <a:tcPr marL="54864" marR="54864" marT="18288" marB="18288" anchor="ctr"/>
                </a:tc>
              </a:tr>
              <a:tr h="283464">
                <a:tc>
                  <a:txBody>
                    <a:bodyPr/>
                    <a:lstStyle/>
                    <a:p>
                      <a:pPr algn="l"/>
                      <a:r>
                        <a:rPr sz="1400" b="0"/>
                        <a:t>W</a:t>
                      </a:r>
                    </a:p>
                  </a:txBody>
                  <a:tcPr marL="54864" marR="54864" marT="18288" marB="18288" anchor="ctr"/>
                </a:tc>
                <a:tc>
                  <a:txBody>
                    <a:bodyPr/>
                    <a:lstStyle/>
                    <a:p>
                      <a:pPr algn="r"/>
                      <a:r>
                        <a:rPr sz="1400" b="0"/>
                        <a:t>-0.868</a:t>
                      </a:r>
                    </a:p>
                  </a:txBody>
                  <a:tcPr marL="54864" marR="54864" marT="18288" marB="18288" anchor="ctr"/>
                </a:tc>
                <a:tc>
                  <a:txBody>
                    <a:bodyPr/>
                    <a:lstStyle/>
                    <a:p>
                      <a:pPr algn="r"/>
                      <a:r>
                        <a:rPr sz="1400" b="0"/>
                        <a:t>-1.823</a:t>
                      </a:r>
                    </a:p>
                  </a:txBody>
                  <a:tcPr marL="54864" marR="54864" marT="18288" marB="18288" anchor="ctr"/>
                </a:tc>
                <a:tc>
                  <a:txBody>
                    <a:bodyPr/>
                    <a:lstStyle/>
                    <a:p>
                      <a:pPr algn="r"/>
                      <a:r>
                        <a:rPr sz="1400" b="0"/>
                        <a:t>-0.627</a:t>
                      </a:r>
                    </a:p>
                  </a:txBody>
                  <a:tcPr marL="54864" marR="54864" marT="18288" marB="18288" anchor="ctr"/>
                </a:tc>
                <a:tc>
                  <a:txBody>
                    <a:bodyPr/>
                    <a:lstStyle/>
                    <a:p>
                      <a:pPr algn="r"/>
                      <a:r>
                        <a:rPr sz="1400" b="0"/>
                        <a:t>+0.24</a:t>
                      </a:r>
                    </a:p>
                  </a:txBody>
                  <a:tcPr marL="54864" marR="54864" marT="18288" marB="18288" anchor="ctr"/>
                </a:tc>
              </a:tr>
            </a:tbl>
          </a:graphicData>
        </a:graphic>
      </p:graphicFrame>
      <p:pic>
        <p:nvPicPr>
          <p:cNvPr id="5" name="Picture 4" descr="deck_decomp.png"/>
          <p:cNvPicPr>
            <a:picLocks noChangeAspect="1"/>
          </p:cNvPicPr>
          <p:nvPr/>
        </p:nvPicPr>
        <p:blipFill>
          <a:blip r:embed="rId2"/>
          <a:stretch>
            <a:fillRect/>
          </a:stretch>
        </p:blipFill>
        <p:spPr>
          <a:xfrm>
            <a:off x="5669280" y="1371600"/>
            <a:ext cx="6126480" cy="470916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Verdict</a:t>
            </a:r>
          </a:p>
        </p:txBody>
      </p:sp>
      <p:sp>
        <p:nvSpPr>
          <p:cNvPr id="3" name="TextBox 2"/>
          <p:cNvSpPr txBox="1"/>
          <p:nvPr/>
        </p:nvSpPr>
        <p:spPr>
          <a:xfrm>
            <a:off x="694944" y="1645920"/>
            <a:ext cx="10789920" cy="4114800"/>
          </a:xfrm>
          <a:prstGeom prst="rect">
            <a:avLst/>
          </a:prstGeom>
          <a:noFill/>
        </p:spPr>
        <p:txBody>
          <a:bodyPr wrap="square" lIns="18288" rIns="18288" tIns="0" bIns="0">
            <a:spAutoFit/>
          </a:bodyPr>
          <a:lstStyle/>
          <a:p>
            <a:pPr marL="256032" indent="-256032">
              <a:spcAft>
                <a:spcPts val="1400"/>
              </a:spcAft>
              <a:buChar char="•"/>
            </a:pPr>
            <a:r>
              <a:rPr sz="2000" b="0"/>
              <a:t>The VLM orders candidates on its far-field column, 9 pairs of ten.</a:t>
            </a:r>
          </a:p>
          <a:p>
            <a:pPr marL="256032" indent="-256032">
              <a:spcAft>
                <a:spcPts val="1400"/>
              </a:spcAft>
              <a:buChar char="•"/>
            </a:pPr>
            <a:r>
              <a:rPr sz="2000" b="0"/>
              <a:t>Far-field increments hold to 0.25 counts after one common 1.2-count offset.</a:t>
            </a:r>
          </a:p>
          <a:p>
            <a:pPr marL="256032" indent="-256032">
              <a:spcAft>
                <a:spcPts val="1400"/>
              </a:spcAft>
              <a:buChar char="•"/>
            </a:pPr>
            <a:r>
              <a:rPr sz="2000" b="0"/>
              <a:t>At cruise W saves; C, M pay 12 to 15 counts.</a:t>
            </a:r>
          </a:p>
          <a:p>
            <a:pPr marL="256032" indent="-256032">
              <a:spcAft>
                <a:spcPts val="1400"/>
              </a:spcAft>
              <a:buChar char="•"/>
            </a:pPr>
            <a:r>
              <a:rPr sz="2000" b="0"/>
              <a:t>Every candidate raises the hinge moment; C fails the root-bending screen viscously.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Text Placeholder 2"/>
          <p:cNvSpPr>
            <a:spLocks noGrp="1"/>
          </p:cNvSpPr>
          <p:nvPr>
            <p:ph type="body" idx="1" sz="quarter"/>
          </p:nvPr>
        </p:nvSpPr>
        <p:spPr/>
        <p:txBody>
          <a:bodyPr/>
          <a:lstStyle/>
          <a:p>
            <a:r>
              <a:t>Tyler Buchanan   |   questions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Backup: cell counts</a:t>
            </a:r>
          </a:p>
        </p:txBody>
      </p:sp>
      <p:sp>
        <p:nvSpPr>
          <p:cNvPr id="3" name="TextBox 2"/>
          <p:cNvSpPr txBox="1"/>
          <p:nvPr/>
        </p:nvSpPr>
        <p:spPr>
          <a:xfrm>
            <a:off x="694944" y="1371600"/>
            <a:ext cx="10789920" cy="457200"/>
          </a:xfrm>
          <a:prstGeom prst="rect">
            <a:avLst/>
          </a:prstGeom>
          <a:noFill/>
        </p:spPr>
        <p:txBody>
          <a:bodyPr wrap="square" lIns="18288" rIns="18288" tIns="0" bIns="0">
            <a:spAutoFit/>
          </a:bodyPr>
          <a:lstStyle/>
          <a:p>
            <a:pPr marL="256032" indent="-256032">
              <a:spcAft>
                <a:spcPts val="700"/>
              </a:spcAft>
              <a:buChar char="•"/>
            </a:pPr>
            <a:r>
              <a:rPr sz="1800" b="0"/>
              <a:t>Condition CR: 99.1 to 99.2 million cells; cruise: 73.6 to 73.8 million.</a:t>
            </a:r>
          </a:p>
        </p:txBody>
      </p:sp>
      <p:graphicFrame>
        <p:nvGraphicFramePr>
          <p:cNvPr id="4" name="Table 3"/>
          <p:cNvGraphicFramePr>
            <a:graphicFrameLocks noGrp="1"/>
          </p:cNvGraphicFramePr>
          <p:nvPr/>
        </p:nvGraphicFramePr>
        <p:xfrm>
          <a:off x="694944" y="2011680"/>
          <a:ext cx="10789920" cy="2688336"/>
        </p:xfrm>
        <a:graphic>
          <a:graphicData uri="http://schemas.openxmlformats.org/drawingml/2006/table">
            <a:tbl>
              <a:tblPr firstRow="1" bandRow="1">
                <a:tableStyleId>{5C22544A-7EE6-4342-B048-85BDC9FD1C3A}</a:tableStyleId>
              </a:tblPr>
              <a:tblGrid>
                <a:gridCol w="548640"/>
                <a:gridCol w="2194560"/>
                <a:gridCol w="1280160"/>
                <a:gridCol w="1828800"/>
                <a:gridCol w="1828800"/>
                <a:gridCol w="1828800"/>
                <a:gridCol w="1280160"/>
              </a:tblGrid>
              <a:tr h="384048">
                <a:tc>
                  <a:txBody>
                    <a:bodyPr/>
                    <a:lstStyle/>
                    <a:p>
                      <a:pPr algn="l"/>
                      <a:r>
                        <a:rPr sz="1500" b="1"/>
                        <a:t>ID</a:t>
                      </a:r>
                    </a:p>
                  </a:txBody>
                  <a:tcPr marL="54864" marR="54864" marT="18288" marB="18288" anchor="ctr"/>
                </a:tc>
                <a:tc>
                  <a:txBody>
                    <a:bodyPr/>
                    <a:lstStyle/>
                    <a:p>
                      <a:pPr algn="l"/>
                      <a:r>
                        <a:rPr sz="1500" b="1"/>
                        <a:t>Concept</a:t>
                      </a:r>
                    </a:p>
                  </a:txBody>
                  <a:tcPr marL="54864" marR="54864" marT="18288" marB="18288" anchor="ctr"/>
                </a:tc>
                <a:tc>
                  <a:txBody>
                    <a:bodyPr/>
                    <a:lstStyle/>
                    <a:p>
                      <a:pPr algn="r"/>
                      <a:r>
                        <a:rPr sz="1500" b="1"/>
                        <a:t>Triangles</a:t>
                      </a:r>
                    </a:p>
                  </a:txBody>
                  <a:tcPr marL="54864" marR="54864" marT="18288" marB="18288" anchor="ctr"/>
                </a:tc>
                <a:tc>
                  <a:txBody>
                    <a:bodyPr/>
                    <a:lstStyle/>
                    <a:p>
                      <a:pPr algn="r"/>
                      <a:r>
                        <a:rPr sz="1500" b="1"/>
                        <a:t>Condition CR (M)</a:t>
                      </a:r>
                    </a:p>
                  </a:txBody>
                  <a:tcPr marL="54864" marR="54864" marT="18288" marB="18288" anchor="ctr"/>
                </a:tc>
                <a:tc>
                  <a:txBody>
                    <a:bodyPr/>
                    <a:lstStyle/>
                    <a:p>
                      <a:pPr algn="r"/>
                      <a:r>
                        <a:rPr sz="1500" b="1"/>
                        <a:t>Early cruise (M)</a:t>
                      </a:r>
                    </a:p>
                  </a:txBody>
                  <a:tcPr marL="54864" marR="54864" marT="18288" marB="18288" anchor="ctr"/>
                </a:tc>
                <a:tc>
                  <a:txBody>
                    <a:bodyPr/>
                    <a:lstStyle/>
                    <a:p>
                      <a:pPr algn="r"/>
                      <a:r>
                        <a:rPr sz="1500" b="1"/>
                        <a:t>Late cruise (M)</a:t>
                      </a:r>
                    </a:p>
                  </a:txBody>
                  <a:tcPr marL="54864" marR="54864" marT="18288" marB="18288" anchor="ctr"/>
                </a:tc>
                <a:tc>
                  <a:txBody>
                    <a:bodyPr/>
                    <a:lstStyle/>
                    <a:p>
                      <a:pPr algn="l"/>
                      <a:r>
                        <a:rPr sz="1500" b="1"/>
                        <a:t>Surface gate</a:t>
                      </a:r>
                    </a:p>
                  </a:txBody>
                  <a:tcPr marL="54864" marR="54864" marT="18288" marB="18288" anchor="ctr"/>
                </a:tc>
              </a:tr>
              <a:tr h="384048">
                <a:tc>
                  <a:txBody>
                    <a:bodyPr/>
                    <a:lstStyle/>
                    <a:p>
                      <a:pPr algn="l"/>
                      <a:r>
                        <a:rPr sz="1500" b="0"/>
                        <a:t>B</a:t>
                      </a:r>
                    </a:p>
                  </a:txBody>
                  <a:tcPr marL="54864" marR="54864" marT="18288" marB="18288" anchor="ctr"/>
                </a:tc>
                <a:tc>
                  <a:txBody>
                    <a:bodyPr/>
                    <a:lstStyle/>
                    <a:p>
                      <a:pPr algn="l"/>
                      <a:r>
                        <a:rPr sz="1500" b="0"/>
                        <a:t>rigid baseline</a:t>
                      </a:r>
                    </a:p>
                  </a:txBody>
                  <a:tcPr marL="54864" marR="54864" marT="18288" marB="18288" anchor="ctr"/>
                </a:tc>
                <a:tc>
                  <a:txBody>
                    <a:bodyPr/>
                    <a:lstStyle/>
                    <a:p>
                      <a:pPr algn="r"/>
                      <a:r>
                        <a:rPr sz="1500" b="0"/>
                        <a:t>192588</a:t>
                      </a:r>
                    </a:p>
                  </a:txBody>
                  <a:tcPr marL="54864" marR="54864" marT="18288" marB="18288" anchor="ctr"/>
                </a:tc>
                <a:tc>
                  <a:txBody>
                    <a:bodyPr/>
                    <a:lstStyle/>
                    <a:p>
                      <a:pPr algn="r"/>
                      <a:r>
                        <a:rPr sz="1500" b="0"/>
                        <a:t>99.11</a:t>
                      </a:r>
                    </a:p>
                  </a:txBody>
                  <a:tcPr marL="54864" marR="54864" marT="18288" marB="18288" anchor="ctr"/>
                </a:tc>
                <a:tc>
                  <a:txBody>
                    <a:bodyPr/>
                    <a:lstStyle/>
                    <a:p>
                      <a:pPr algn="r"/>
                      <a:r>
                        <a:rPr sz="1500" b="0"/>
                        <a:t>73.64</a:t>
                      </a:r>
                    </a:p>
                  </a:txBody>
                  <a:tcPr marL="54864" marR="54864" marT="18288" marB="18288" anchor="ctr"/>
                </a:tc>
                <a:tc>
                  <a:txBody>
                    <a:bodyPr/>
                    <a:lstStyle/>
                    <a:p>
                      <a:pPr algn="r"/>
                      <a:r>
                        <a:rPr sz="1500" b="0"/>
                        <a:t>73.67</a:t>
                      </a:r>
                    </a:p>
                  </a:txBody>
                  <a:tcPr marL="54864" marR="54864" marT="18288" marB="18288" anchor="ctr"/>
                </a:tc>
                <a:tc>
                  <a:txBody>
                    <a:bodyPr/>
                    <a:lstStyle/>
                    <a:p>
                      <a:pPr algn="l"/>
                      <a:r>
                        <a:rPr sz="1500" b="0"/>
                        <a:t>pass</a:t>
                      </a:r>
                    </a:p>
                  </a:txBody>
                  <a:tcPr marL="54864" marR="54864" marT="18288" marB="18288" anchor="ctr"/>
                </a:tc>
              </a:tr>
              <a:tr h="384048">
                <a:tc>
                  <a:txBody>
                    <a:bodyPr/>
                    <a:lstStyle/>
                    <a:p>
                      <a:pPr algn="l"/>
                      <a:r>
                        <a:rPr sz="1500" b="0"/>
                        <a:t>C</a:t>
                      </a:r>
                    </a:p>
                  </a:txBody>
                  <a:tcPr marL="54864" marR="54864" marT="18288" marB="18288" anchor="ctr"/>
                </a:tc>
                <a:tc>
                  <a:txBody>
                    <a:bodyPr/>
                    <a:lstStyle/>
                    <a:p>
                      <a:pPr algn="l"/>
                      <a:r>
                        <a:rPr sz="1500" b="0"/>
                        <a:t>continuous TE camber</a:t>
                      </a:r>
                    </a:p>
                  </a:txBody>
                  <a:tcPr marL="54864" marR="54864" marT="18288" marB="18288" anchor="ctr"/>
                </a:tc>
                <a:tc>
                  <a:txBody>
                    <a:bodyPr/>
                    <a:lstStyle/>
                    <a:p>
                      <a:pPr algn="r"/>
                      <a:r>
                        <a:rPr sz="1500" b="0"/>
                        <a:t>192588</a:t>
                      </a:r>
                    </a:p>
                  </a:txBody>
                  <a:tcPr marL="54864" marR="54864" marT="18288" marB="18288" anchor="ctr"/>
                </a:tc>
                <a:tc>
                  <a:txBody>
                    <a:bodyPr/>
                    <a:lstStyle/>
                    <a:p>
                      <a:pPr algn="r"/>
                      <a:r>
                        <a:rPr sz="1500" b="0"/>
                        <a:t>99.17</a:t>
                      </a:r>
                    </a:p>
                  </a:txBody>
                  <a:tcPr marL="54864" marR="54864" marT="18288" marB="18288" anchor="ctr"/>
                </a:tc>
                <a:tc>
                  <a:txBody>
                    <a:bodyPr/>
                    <a:lstStyle/>
                    <a:p>
                      <a:pPr algn="r"/>
                      <a:r>
                        <a:rPr sz="1500" b="0"/>
                        <a:t>73.70</a:t>
                      </a:r>
                    </a:p>
                  </a:txBody>
                  <a:tcPr marL="54864" marR="54864" marT="18288" marB="18288" anchor="ctr"/>
                </a:tc>
                <a:tc>
                  <a:txBody>
                    <a:bodyPr/>
                    <a:lstStyle/>
                    <a:p>
                      <a:pPr algn="r"/>
                      <a:r>
                        <a:rPr sz="1500" b="0"/>
                        <a:t>73.73</a:t>
                      </a:r>
                    </a:p>
                  </a:txBody>
                  <a:tcPr marL="54864" marR="54864" marT="18288" marB="18288" anchor="ctr"/>
                </a:tc>
                <a:tc>
                  <a:txBody>
                    <a:bodyPr/>
                    <a:lstStyle/>
                    <a:p>
                      <a:pPr algn="l"/>
                      <a:r>
                        <a:rPr sz="1500" b="0"/>
                        <a:t>pass</a:t>
                      </a:r>
                    </a:p>
                  </a:txBody>
                  <a:tcPr marL="54864" marR="54864" marT="18288" marB="18288" anchor="ctr"/>
                </a:tc>
              </a:tr>
              <a:tr h="384048">
                <a:tc>
                  <a:txBody>
                    <a:bodyPr/>
                    <a:lstStyle/>
                    <a:p>
                      <a:pPr algn="l"/>
                      <a:r>
                        <a:rPr sz="1500" b="0"/>
                        <a:t>M</a:t>
                      </a:r>
                    </a:p>
                  </a:txBody>
                  <a:tcPr marL="54864" marR="54864" marT="18288" marB="18288" anchor="ctr"/>
                </a:tc>
                <a:tc>
                  <a:txBody>
                    <a:bodyPr/>
                    <a:lstStyle/>
                    <a:p>
                      <a:pPr algn="l"/>
                      <a:r>
                        <a:rPr sz="1500" b="0"/>
                        <a:t>continuous TE camber</a:t>
                      </a:r>
                    </a:p>
                  </a:txBody>
                  <a:tcPr marL="54864" marR="54864" marT="18288" marB="18288" anchor="ctr"/>
                </a:tc>
                <a:tc>
                  <a:txBody>
                    <a:bodyPr/>
                    <a:lstStyle/>
                    <a:p>
                      <a:pPr algn="r"/>
                      <a:r>
                        <a:rPr sz="1500" b="0"/>
                        <a:t>192588</a:t>
                      </a:r>
                    </a:p>
                  </a:txBody>
                  <a:tcPr marL="54864" marR="54864" marT="18288" marB="18288" anchor="ctr"/>
                </a:tc>
                <a:tc>
                  <a:txBody>
                    <a:bodyPr/>
                    <a:lstStyle/>
                    <a:p>
                      <a:pPr algn="r"/>
                      <a:r>
                        <a:rPr sz="1500" b="0"/>
                        <a:t>99.21</a:t>
                      </a:r>
                    </a:p>
                  </a:txBody>
                  <a:tcPr marL="54864" marR="54864" marT="18288" marB="18288" anchor="ctr"/>
                </a:tc>
                <a:tc>
                  <a:txBody>
                    <a:bodyPr/>
                    <a:lstStyle/>
                    <a:p>
                      <a:pPr algn="r"/>
                      <a:r>
                        <a:rPr sz="1500" b="0"/>
                        <a:t>73.73</a:t>
                      </a:r>
                    </a:p>
                  </a:txBody>
                  <a:tcPr marL="54864" marR="54864" marT="18288" marB="18288" anchor="ctr"/>
                </a:tc>
                <a:tc>
                  <a:txBody>
                    <a:bodyPr/>
                    <a:lstStyle/>
                    <a:p>
                      <a:pPr algn="r"/>
                      <a:r>
                        <a:rPr sz="1500" b="0"/>
                        <a:t>73.75</a:t>
                      </a:r>
                    </a:p>
                  </a:txBody>
                  <a:tcPr marL="54864" marR="54864" marT="18288" marB="18288" anchor="ctr"/>
                </a:tc>
                <a:tc>
                  <a:txBody>
                    <a:bodyPr/>
                    <a:lstStyle/>
                    <a:p>
                      <a:pPr algn="l"/>
                      <a:r>
                        <a:rPr sz="1500" b="0"/>
                        <a:t>pass</a:t>
                      </a:r>
                    </a:p>
                  </a:txBody>
                  <a:tcPr marL="54864" marR="54864" marT="18288" marB="18288" anchor="ctr"/>
                </a:tc>
              </a:tr>
              <a:tr h="384048">
                <a:tc>
                  <a:txBody>
                    <a:bodyPr/>
                    <a:lstStyle/>
                    <a:p>
                      <a:pPr algn="l"/>
                      <a:r>
                        <a:rPr sz="1500" b="0"/>
                        <a:t>F</a:t>
                      </a:r>
                    </a:p>
                  </a:txBody>
                  <a:tcPr marL="54864" marR="54864" marT="18288" marB="18288" anchor="ctr"/>
                </a:tc>
                <a:tc>
                  <a:txBody>
                    <a:bodyPr/>
                    <a:lstStyle/>
                    <a:p>
                      <a:pPr algn="l"/>
                      <a:r>
                        <a:rPr sz="1500" b="0"/>
                        <a:t>continuous TE camber</a:t>
                      </a:r>
                    </a:p>
                  </a:txBody>
                  <a:tcPr marL="54864" marR="54864" marT="18288" marB="18288" anchor="ctr"/>
                </a:tc>
                <a:tc>
                  <a:txBody>
                    <a:bodyPr/>
                    <a:lstStyle/>
                    <a:p>
                      <a:pPr algn="r"/>
                      <a:r>
                        <a:rPr sz="1500" b="0"/>
                        <a:t>195266</a:t>
                      </a:r>
                    </a:p>
                  </a:txBody>
                  <a:tcPr marL="54864" marR="54864" marT="18288" marB="18288" anchor="ctr"/>
                </a:tc>
                <a:tc>
                  <a:txBody>
                    <a:bodyPr/>
                    <a:lstStyle/>
                    <a:p>
                      <a:pPr algn="r"/>
                      <a:r>
                        <a:rPr sz="1500" b="0"/>
                        <a:t>99.15</a:t>
                      </a:r>
                    </a:p>
                  </a:txBody>
                  <a:tcPr marL="54864" marR="54864" marT="18288" marB="18288" anchor="ctr"/>
                </a:tc>
                <a:tc>
                  <a:txBody>
                    <a:bodyPr/>
                    <a:lstStyle/>
                    <a:p>
                      <a:pPr algn="r"/>
                      <a:r>
                        <a:rPr sz="1500" b="0"/>
                        <a:t>73.66</a:t>
                      </a:r>
                    </a:p>
                  </a:txBody>
                  <a:tcPr marL="54864" marR="54864" marT="18288" marB="18288" anchor="ctr"/>
                </a:tc>
                <a:tc>
                  <a:txBody>
                    <a:bodyPr/>
                    <a:lstStyle/>
                    <a:p>
                      <a:pPr algn="r"/>
                      <a:r>
                        <a:rPr sz="1500" b="0"/>
                        <a:t>73.68</a:t>
                      </a:r>
                    </a:p>
                  </a:txBody>
                  <a:tcPr marL="54864" marR="54864" marT="18288" marB="18288" anchor="ctr"/>
                </a:tc>
                <a:tc>
                  <a:txBody>
                    <a:bodyPr/>
                    <a:lstStyle/>
                    <a:p>
                      <a:pPr algn="l"/>
                      <a:r>
                        <a:rPr sz="1500" b="0"/>
                        <a:t>pass</a:t>
                      </a:r>
                    </a:p>
                  </a:txBody>
                  <a:tcPr marL="54864" marR="54864" marT="18288" marB="18288" anchor="ctr"/>
                </a:tc>
              </a:tr>
              <a:tr h="384048">
                <a:tc>
                  <a:txBody>
                    <a:bodyPr/>
                    <a:lstStyle/>
                    <a:p>
                      <a:pPr algn="l"/>
                      <a:r>
                        <a:rPr sz="1500" b="0"/>
                        <a:t>W</a:t>
                      </a:r>
                    </a:p>
                  </a:txBody>
                  <a:tcPr marL="54864" marR="54864" marT="18288" marB="18288" anchor="ctr"/>
                </a:tc>
                <a:tc>
                  <a:txBody>
                    <a:bodyPr/>
                    <a:lstStyle/>
                    <a:p>
                      <a:pPr algn="l"/>
                      <a:r>
                        <a:rPr sz="1500" b="0"/>
                        <a:t>distributed twist</a:t>
                      </a:r>
                    </a:p>
                  </a:txBody>
                  <a:tcPr marL="54864" marR="54864" marT="18288" marB="18288" anchor="ctr"/>
                </a:tc>
                <a:tc>
                  <a:txBody>
                    <a:bodyPr/>
                    <a:lstStyle/>
                    <a:p>
                      <a:pPr algn="r"/>
                      <a:r>
                        <a:rPr sz="1500" b="0"/>
                        <a:t>195266</a:t>
                      </a:r>
                    </a:p>
                  </a:txBody>
                  <a:tcPr marL="54864" marR="54864" marT="18288" marB="18288" anchor="ctr"/>
                </a:tc>
                <a:tc>
                  <a:txBody>
                    <a:bodyPr/>
                    <a:lstStyle/>
                    <a:p>
                      <a:pPr algn="r"/>
                      <a:r>
                        <a:rPr sz="1500" b="0"/>
                        <a:t>99.20</a:t>
                      </a:r>
                    </a:p>
                  </a:txBody>
                  <a:tcPr marL="54864" marR="54864" marT="18288" marB="18288" anchor="ctr"/>
                </a:tc>
                <a:tc>
                  <a:txBody>
                    <a:bodyPr/>
                    <a:lstStyle/>
                    <a:p>
                      <a:pPr algn="r"/>
                      <a:r>
                        <a:rPr sz="1500" b="0"/>
                        <a:t>73.67</a:t>
                      </a:r>
                    </a:p>
                  </a:txBody>
                  <a:tcPr marL="54864" marR="54864" marT="18288" marB="18288" anchor="ctr"/>
                </a:tc>
                <a:tc>
                  <a:txBody>
                    <a:bodyPr/>
                    <a:lstStyle/>
                    <a:p>
                      <a:pPr algn="r"/>
                      <a:r>
                        <a:rPr sz="1500" b="0"/>
                        <a:t>73.69</a:t>
                      </a:r>
                    </a:p>
                  </a:txBody>
                  <a:tcPr marL="54864" marR="54864" marT="18288" marB="18288" anchor="ctr"/>
                </a:tc>
                <a:tc>
                  <a:txBody>
                    <a:bodyPr/>
                    <a:lstStyle/>
                    <a:p>
                      <a:pPr algn="l"/>
                      <a:r>
                        <a:rPr sz="1500" b="0"/>
                        <a:t>pass</a:t>
                      </a:r>
                    </a:p>
                  </a:txBody>
                  <a:tcPr marL="54864" marR="54864" marT="18288" marB="18288" anchor="ctr"/>
                </a:tc>
              </a:tr>
              <a:tr h="384048">
                <a:tc>
                  <a:txBody>
                    <a:bodyPr/>
                    <a:lstStyle/>
                    <a:p>
                      <a:pPr algn="l"/>
                      <a:r>
                        <a:rPr sz="1500" b="0"/>
                        <a:t>H</a:t>
                      </a:r>
                    </a:p>
                  </a:txBody>
                  <a:tcPr marL="54864" marR="54864" marT="18288" marB="18288" anchor="ctr"/>
                </a:tc>
                <a:tc>
                  <a:txBody>
                    <a:bodyPr/>
                    <a:lstStyle/>
                    <a:p>
                      <a:pPr algn="l"/>
                      <a:r>
                        <a:rPr sz="1500" b="0"/>
                        <a:t>conventional hinged</a:t>
                      </a:r>
                    </a:p>
                  </a:txBody>
                  <a:tcPr marL="54864" marR="54864" marT="18288" marB="18288" anchor="ctr"/>
                </a:tc>
                <a:tc>
                  <a:txBody>
                    <a:bodyPr/>
                    <a:lstStyle/>
                    <a:p>
                      <a:pPr algn="r"/>
                      <a:r>
                        <a:rPr sz="1500" b="0"/>
                        <a:t>195266</a:t>
                      </a:r>
                    </a:p>
                  </a:txBody>
                  <a:tcPr marL="54864" marR="54864" marT="18288" marB="18288" anchor="ctr"/>
                </a:tc>
                <a:tc>
                  <a:txBody>
                    <a:bodyPr/>
                    <a:lstStyle/>
                    <a:p>
                      <a:pPr algn="r"/>
                      <a:r>
                        <a:rPr sz="1500" b="0"/>
                        <a:t>99.12</a:t>
                      </a:r>
                    </a:p>
                  </a:txBody>
                  <a:tcPr marL="54864" marR="54864" marT="18288" marB="18288" anchor="ctr"/>
                </a:tc>
                <a:tc>
                  <a:txBody>
                    <a:bodyPr/>
                    <a:lstStyle/>
                    <a:p>
                      <a:pPr algn="r"/>
                      <a:r>
                        <a:rPr sz="1500" b="0"/>
                        <a:t>73.67</a:t>
                      </a:r>
                    </a:p>
                  </a:txBody>
                  <a:tcPr marL="54864" marR="54864" marT="18288" marB="18288" anchor="ctr"/>
                </a:tc>
                <a:tc>
                  <a:txBody>
                    <a:bodyPr/>
                    <a:lstStyle/>
                    <a:p>
                      <a:pPr algn="r"/>
                      <a:r>
                        <a:rPr sz="1500" b="0"/>
                        <a:t>73.69</a:t>
                      </a:r>
                    </a:p>
                  </a:txBody>
                  <a:tcPr marL="54864" marR="54864" marT="18288" marB="18288" anchor="ctr"/>
                </a:tc>
                <a:tc>
                  <a:txBody>
                    <a:bodyPr/>
                    <a:lstStyle/>
                    <a:p>
                      <a:pPr algn="l"/>
                      <a:r>
                        <a:rPr sz="1500" b="0"/>
                        <a:t>pass</a:t>
                      </a:r>
                    </a:p>
                  </a:txBody>
                  <a:tcPr marL="54864" marR="54864" marT="18288" marB="18288" anchor="ct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Backup: the convergence gate</a:t>
            </a:r>
          </a:p>
        </p:txBody>
      </p:sp>
      <p:sp>
        <p:nvSpPr>
          <p:cNvPr id="3" name="TextBox 2"/>
          <p:cNvSpPr txBox="1"/>
          <p:nvPr/>
        </p:nvSpPr>
        <p:spPr>
          <a:xfrm>
            <a:off x="694944" y="1371600"/>
            <a:ext cx="10789920" cy="457200"/>
          </a:xfrm>
          <a:prstGeom prst="rect">
            <a:avLst/>
          </a:prstGeom>
          <a:noFill/>
        </p:spPr>
        <p:txBody>
          <a:bodyPr wrap="square" lIns="18288" rIns="18288" tIns="0" bIns="0">
            <a:spAutoFit/>
          </a:bodyPr>
          <a:lstStyle/>
          <a:p>
            <a:pPr marL="256032" indent="-256032">
              <a:spcAft>
                <a:spcPts val="700"/>
              </a:spcAft>
              <a:buChar char="•"/>
            </a:pPr>
            <a:r>
              <a:rPr sz="1800" b="0"/>
              <a:t>Verdict: CONVERGED, 55 of 55.</a:t>
            </a:r>
          </a:p>
        </p:txBody>
      </p:sp>
      <p:graphicFrame>
        <p:nvGraphicFramePr>
          <p:cNvPr id="4" name="Table 3"/>
          <p:cNvGraphicFramePr>
            <a:graphicFrameLocks noGrp="1"/>
          </p:cNvGraphicFramePr>
          <p:nvPr/>
        </p:nvGraphicFramePr>
        <p:xfrm>
          <a:off x="694944" y="2011680"/>
          <a:ext cx="9509760" cy="2468880"/>
        </p:xfrm>
        <a:graphic>
          <a:graphicData uri="http://schemas.openxmlformats.org/drawingml/2006/table">
            <a:tbl>
              <a:tblPr firstRow="1" bandRow="1">
                <a:tableStyleId>{5C22544A-7EE6-4342-B048-85BDC9FD1C3A}</a:tableStyleId>
              </a:tblPr>
              <a:tblGrid>
                <a:gridCol w="2011680"/>
                <a:gridCol w="2377440"/>
                <a:gridCol w="3291840"/>
                <a:gridCol w="1828800"/>
              </a:tblGrid>
              <a:tr h="411480">
                <a:tc>
                  <a:txBody>
                    <a:bodyPr/>
                    <a:lstStyle/>
                    <a:p>
                      <a:pPr algn="l"/>
                      <a:r>
                        <a:rPr sz="1500" b="1"/>
                        <a:t>Term</a:t>
                      </a:r>
                    </a:p>
                  </a:txBody>
                  <a:tcPr marL="54864" marR="54864" marT="18288" marB="18288" anchor="ctr"/>
                </a:tc>
                <a:tc>
                  <a:txBody>
                    <a:bodyPr/>
                    <a:lstStyle/>
                    <a:p>
                      <a:pPr algn="l"/>
                      <a:r>
                        <a:rPr sz="1500" b="1"/>
                        <a:t>Threshold</a:t>
                      </a:r>
                    </a:p>
                  </a:txBody>
                  <a:tcPr marL="54864" marR="54864" marT="18288" marB="18288" anchor="ctr"/>
                </a:tc>
                <a:tc>
                  <a:txBody>
                    <a:bodyPr/>
                    <a:lstStyle/>
                    <a:p>
                      <a:pPr algn="l"/>
                      <a:r>
                        <a:rPr sz="1500" b="1"/>
                        <a:t>Achieved over the 55</a:t>
                      </a:r>
                    </a:p>
                  </a:txBody>
                  <a:tcPr marL="54864" marR="54864" marT="18288" marB="18288" anchor="ctr"/>
                </a:tc>
                <a:tc>
                  <a:txBody>
                    <a:bodyPr/>
                    <a:lstStyle/>
                    <a:p>
                      <a:pPr algn="l"/>
                      <a:r>
                        <a:rPr sz="1500" b="1"/>
                        <a:t>Median</a:t>
                      </a:r>
                    </a:p>
                  </a:txBody>
                  <a:tcPr marL="54864" marR="54864" marT="18288" marB="18288" anchor="ctr"/>
                </a:tc>
              </a:tr>
              <a:tr h="411480">
                <a:tc>
                  <a:txBody>
                    <a:bodyPr/>
                    <a:lstStyle/>
                    <a:p>
                      <a:pPr algn="l"/>
                      <a:r>
                        <a:rPr sz="1500" b="0"/>
                        <a:t>Window W</a:t>
                      </a:r>
                    </a:p>
                  </a:txBody>
                  <a:tcPr marL="54864" marR="54864" marT="18288" marB="18288" anchor="ctr"/>
                </a:tc>
                <a:tc>
                  <a:txBody>
                    <a:bodyPr/>
                    <a:lstStyle/>
                    <a:p>
                      <a:pPr algn="l"/>
                      <a:r>
                        <a:rPr sz="1500" b="0"/>
                        <a:t>200 samples</a:t>
                      </a:r>
                    </a:p>
                  </a:txBody>
                  <a:tcPr marL="54864" marR="54864" marT="18288" marB="18288" anchor="ctr"/>
                </a:tc>
                <a:tc>
                  <a:txBody>
                    <a:bodyPr/>
                    <a:lstStyle/>
                    <a:p>
                      <a:pPr algn="l"/>
                      <a:r>
                        <a:rPr sz="1500" b="0"/>
                        <a:t>200 on all 55</a:t>
                      </a:r>
                    </a:p>
                  </a:txBody>
                  <a:tcPr marL="54864" marR="54864" marT="18288" marB="18288" anchor="ctr"/>
                </a:tc>
                <a:tc>
                  <a:txBody>
                    <a:bodyPr/>
                    <a:lstStyle/>
                    <a:p>
                      <a:pPr algn="l"/>
                      <a:r>
                        <a:rPr sz="1500" b="0"/>
                        <a:t>200</a:t>
                      </a:r>
                    </a:p>
                  </a:txBody>
                  <a:tcPr marL="54864" marR="54864" marT="18288" marB="18288" anchor="ctr"/>
                </a:tc>
              </a:tr>
              <a:tr h="411480">
                <a:tc>
                  <a:txBody>
                    <a:bodyPr/>
                    <a:lstStyle/>
                    <a:p>
                      <a:pPr algn="l"/>
                      <a:r>
                        <a:rPr sz="1500" b="0"/>
                        <a:t>C_d drift</a:t>
                      </a:r>
                    </a:p>
                  </a:txBody>
                  <a:tcPr marL="54864" marR="54864" marT="18288" marB="18288" anchor="ctr"/>
                </a:tc>
                <a:tc>
                  <a:txBody>
                    <a:bodyPr/>
                    <a:lstStyle/>
                    <a:p>
                      <a:pPr algn="l"/>
                      <a:r>
                        <a:rPr sz="1500" b="0"/>
                        <a:t>≤ 0.05 ct</a:t>
                      </a:r>
                    </a:p>
                  </a:txBody>
                  <a:tcPr marL="54864" marR="54864" marT="18288" marB="18288" anchor="ctr"/>
                </a:tc>
                <a:tc>
                  <a:txBody>
                    <a:bodyPr/>
                    <a:lstStyle/>
                    <a:p>
                      <a:pPr algn="l"/>
                      <a:r>
                        <a:rPr sz="1500" b="0"/>
                        <a:t>0.0000 to 0.0130</a:t>
                      </a:r>
                    </a:p>
                  </a:txBody>
                  <a:tcPr marL="54864" marR="54864" marT="18288" marB="18288" anchor="ctr"/>
                </a:tc>
                <a:tc>
                  <a:txBody>
                    <a:bodyPr/>
                    <a:lstStyle/>
                    <a:p>
                      <a:pPr algn="l"/>
                      <a:r>
                        <a:rPr sz="1500" b="0"/>
                        <a:t>0.0012</a:t>
                      </a:r>
                    </a:p>
                  </a:txBody>
                  <a:tcPr marL="54864" marR="54864" marT="18288" marB="18288" anchor="ctr"/>
                </a:tc>
              </a:tr>
              <a:tr h="411480">
                <a:tc>
                  <a:txBody>
                    <a:bodyPr/>
                    <a:lstStyle/>
                    <a:p>
                      <a:pPr algn="l"/>
                      <a:r>
                        <a:rPr sz="1500" b="0"/>
                        <a:t>C_l drift</a:t>
                      </a:r>
                    </a:p>
                  </a:txBody>
                  <a:tcPr marL="54864" marR="54864" marT="18288" marB="18288" anchor="ctr"/>
                </a:tc>
                <a:tc>
                  <a:txBody>
                    <a:bodyPr/>
                    <a:lstStyle/>
                    <a:p>
                      <a:pPr algn="l"/>
                      <a:r>
                        <a:rPr sz="1500" b="0"/>
                        <a:t>≤ 1.0 ct</a:t>
                      </a:r>
                    </a:p>
                  </a:txBody>
                  <a:tcPr marL="54864" marR="54864" marT="18288" marB="18288" anchor="ctr"/>
                </a:tc>
                <a:tc>
                  <a:txBody>
                    <a:bodyPr/>
                    <a:lstStyle/>
                    <a:p>
                      <a:pPr algn="l"/>
                      <a:r>
                        <a:rPr sz="1500" b="0"/>
                        <a:t>0.0004 to 0.2590</a:t>
                      </a:r>
                    </a:p>
                  </a:txBody>
                  <a:tcPr marL="54864" marR="54864" marT="18288" marB="18288" anchor="ctr"/>
                </a:tc>
                <a:tc>
                  <a:txBody>
                    <a:bodyPr/>
                    <a:lstStyle/>
                    <a:p>
                      <a:pPr algn="l"/>
                      <a:r>
                        <a:rPr sz="1500" b="0"/>
                        <a:t>0.0615</a:t>
                      </a:r>
                    </a:p>
                  </a:txBody>
                  <a:tcPr marL="54864" marR="54864" marT="18288" marB="18288" anchor="ctr"/>
                </a:tc>
              </a:tr>
              <a:tr h="411480">
                <a:tc>
                  <a:txBody>
                    <a:bodyPr/>
                    <a:lstStyle/>
                    <a:p>
                      <a:pPr algn="l"/>
                      <a:r>
                        <a:rPr sz="1500" b="0"/>
                        <a:t>C_l span</a:t>
                      </a:r>
                    </a:p>
                  </a:txBody>
                  <a:tcPr marL="54864" marR="54864" marT="18288" marB="18288" anchor="ctr"/>
                </a:tc>
                <a:tc>
                  <a:txBody>
                    <a:bodyPr/>
                    <a:lstStyle/>
                    <a:p>
                      <a:pPr algn="l"/>
                      <a:r>
                        <a:rPr sz="1500" b="0"/>
                        <a:t>≤ 1.0 ct</a:t>
                      </a:r>
                    </a:p>
                  </a:txBody>
                  <a:tcPr marL="54864" marR="54864" marT="18288" marB="18288" anchor="ctr"/>
                </a:tc>
                <a:tc>
                  <a:txBody>
                    <a:bodyPr/>
                    <a:lstStyle/>
                    <a:p>
                      <a:pPr algn="l"/>
                      <a:r>
                        <a:rPr sz="1500" b="0"/>
                        <a:t>0.0008 to 0.5374</a:t>
                      </a:r>
                    </a:p>
                  </a:txBody>
                  <a:tcPr marL="54864" marR="54864" marT="18288" marB="18288" anchor="ctr"/>
                </a:tc>
                <a:tc>
                  <a:txBody>
                    <a:bodyPr/>
                    <a:lstStyle/>
                    <a:p>
                      <a:pPr algn="l"/>
                      <a:r>
                        <a:rPr sz="1500" b="0"/>
                        <a:t>0.1068</a:t>
                      </a:r>
                    </a:p>
                  </a:txBody>
                  <a:tcPr marL="54864" marR="54864" marT="18288" marB="18288" anchor="ctr"/>
                </a:tc>
              </a:tr>
              <a:tr h="411480">
                <a:tc>
                  <a:txBody>
                    <a:bodyPr/>
                    <a:lstStyle/>
                    <a:p>
                      <a:pPr algn="l"/>
                      <a:r>
                        <a:rPr sz="1500" b="0"/>
                        <a:t>Verdict</a:t>
                      </a:r>
                    </a:p>
                  </a:txBody>
                  <a:tcPr marL="54864" marR="54864" marT="18288" marB="18288" anchor="ctr"/>
                </a:tc>
                <a:tc>
                  <a:txBody>
                    <a:bodyPr/>
                    <a:lstStyle/>
                    <a:p>
                      <a:pPr algn="l"/>
                      <a:r>
                        <a:rPr sz="1500" b="0"/>
                        <a:t>all three terms</a:t>
                      </a:r>
                    </a:p>
                  </a:txBody>
                  <a:tcPr marL="54864" marR="54864" marT="18288" marB="18288" anchor="ctr"/>
                </a:tc>
                <a:tc>
                  <a:txBody>
                    <a:bodyPr/>
                    <a:lstStyle/>
                    <a:p>
                      <a:pPr algn="l"/>
                      <a:r>
                        <a:rPr sz="1500" b="0"/>
                        <a:t>CONVERGED, 55 of 55</a:t>
                      </a:r>
                    </a:p>
                  </a:txBody>
                  <a:tcPr marL="54864" marR="54864" marT="18288" marB="18288" anchor="ctr"/>
                </a:tc>
                <a:tc>
                  <a:txBody>
                    <a:bodyPr/>
                    <a:lstStyle/>
                    <a:p>
                      <a:pPr algn="l"/>
                      <a:r>
                        <a:rPr sz="1500" b="0"/>
                        <a:t>n/a</a:t>
                      </a:r>
                    </a:p>
                  </a:txBody>
                  <a:tcPr marL="54864" marR="54864" marT="18288" marB="18288" anchor="ct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Backup: trim residuals</a:t>
            </a:r>
          </a:p>
        </p:txBody>
      </p:sp>
      <p:sp>
        <p:nvSpPr>
          <p:cNvPr id="3" name="TextBox 2"/>
          <p:cNvSpPr txBox="1"/>
          <p:nvPr/>
        </p:nvSpPr>
        <p:spPr>
          <a:xfrm>
            <a:off x="694944" y="1371600"/>
            <a:ext cx="10789920" cy="457200"/>
          </a:xfrm>
          <a:prstGeom prst="rect">
            <a:avLst/>
          </a:prstGeom>
          <a:noFill/>
        </p:spPr>
        <p:txBody>
          <a:bodyPr wrap="square" lIns="18288" rIns="18288" tIns="0" bIns="0">
            <a:spAutoFit/>
          </a:bodyPr>
          <a:lstStyle/>
          <a:p>
            <a:pPr marL="256032" indent="-256032">
              <a:spcAft>
                <a:spcPts val="700"/>
              </a:spcAft>
              <a:buChar char="•"/>
            </a:pPr>
            <a:r>
              <a:rPr sz="1800" b="0"/>
              <a:t>Every trim sits within 0.90 counts of </a:t>
            </a:r>
            <a:r>
              <a:rPr sz="1800" b="0"/>
              <a:t>C</a:t>
            </a:r>
            <a:r>
              <a:rPr sz="1800" b="0" baseline="-25000"/>
              <a:t>L</a:t>
            </a:r>
            <a:r>
              <a:rPr sz="1800" b="0"/>
              <a:t> of its target.</a:t>
            </a:r>
          </a:p>
        </p:txBody>
      </p:sp>
      <p:graphicFrame>
        <p:nvGraphicFramePr>
          <p:cNvPr id="4" name="Table 3"/>
          <p:cNvGraphicFramePr>
            <a:graphicFrameLocks noGrp="1"/>
          </p:cNvGraphicFramePr>
          <p:nvPr/>
        </p:nvGraphicFramePr>
        <p:xfrm>
          <a:off x="694944" y="2011680"/>
          <a:ext cx="7498080" cy="2688336"/>
        </p:xfrm>
        <a:graphic>
          <a:graphicData uri="http://schemas.openxmlformats.org/drawingml/2006/table">
            <a:tbl>
              <a:tblPr firstRow="1" bandRow="1">
                <a:tableStyleId>{5C22544A-7EE6-4342-B048-85BDC9FD1C3A}</a:tableStyleId>
              </a:tblPr>
              <a:tblGrid>
                <a:gridCol w="914400"/>
                <a:gridCol w="2194560"/>
                <a:gridCol w="2194560"/>
                <a:gridCol w="2194560"/>
              </a:tblGrid>
              <a:tr h="384048">
                <a:tc>
                  <a:txBody>
                    <a:bodyPr/>
                    <a:lstStyle/>
                    <a:p>
                      <a:pPr algn="l"/>
                      <a:r>
                        <a:rPr sz="1500" b="1"/>
                        <a:t>ID</a:t>
                      </a:r>
                    </a:p>
                  </a:txBody>
                  <a:tcPr marL="54864" marR="54864" marT="18288" marB="18288" anchor="ctr"/>
                </a:tc>
                <a:tc>
                  <a:txBody>
                    <a:bodyPr/>
                    <a:lstStyle/>
                    <a:p>
                      <a:pPr algn="r"/>
                      <a:r>
                        <a:rPr sz="1500" b="1"/>
                        <a:t>Condition CR</a:t>
                      </a:r>
                    </a:p>
                  </a:txBody>
                  <a:tcPr marL="54864" marR="54864" marT="18288" marB="18288" anchor="ctr"/>
                </a:tc>
                <a:tc>
                  <a:txBody>
                    <a:bodyPr/>
                    <a:lstStyle/>
                    <a:p>
                      <a:pPr algn="r"/>
                      <a:r>
                        <a:rPr sz="1500" b="1"/>
                        <a:t>Early cruise</a:t>
                      </a:r>
                    </a:p>
                  </a:txBody>
                  <a:tcPr marL="54864" marR="54864" marT="18288" marB="18288" anchor="ctr"/>
                </a:tc>
                <a:tc>
                  <a:txBody>
                    <a:bodyPr/>
                    <a:lstStyle/>
                    <a:p>
                      <a:pPr algn="r"/>
                      <a:r>
                        <a:rPr sz="1500" b="1"/>
                        <a:t>Late cruise</a:t>
                      </a:r>
                    </a:p>
                  </a:txBody>
                  <a:tcPr marL="54864" marR="54864" marT="18288" marB="18288" anchor="ctr"/>
                </a:tc>
              </a:tr>
              <a:tr h="384048">
                <a:tc>
                  <a:txBody>
                    <a:bodyPr/>
                    <a:lstStyle/>
                    <a:p>
                      <a:pPr algn="l"/>
                      <a:r>
                        <a:rPr sz="1500" b="0"/>
                        <a:t>B</a:t>
                      </a:r>
                    </a:p>
                  </a:txBody>
                  <a:tcPr marL="54864" marR="54864" marT="18288" marB="18288" anchor="ctr"/>
                </a:tc>
                <a:tc>
                  <a:txBody>
                    <a:bodyPr/>
                    <a:lstStyle/>
                    <a:p>
                      <a:pPr algn="r"/>
                      <a:r>
                        <a:rPr sz="1500" b="0"/>
                        <a:t>-0.094</a:t>
                      </a:r>
                    </a:p>
                  </a:txBody>
                  <a:tcPr marL="54864" marR="54864" marT="18288" marB="18288" anchor="ctr"/>
                </a:tc>
                <a:tc>
                  <a:txBody>
                    <a:bodyPr/>
                    <a:lstStyle/>
                    <a:p>
                      <a:pPr algn="r"/>
                      <a:r>
                        <a:rPr sz="1500" b="0"/>
                        <a:t>+0.194</a:t>
                      </a:r>
                    </a:p>
                  </a:txBody>
                  <a:tcPr marL="54864" marR="54864" marT="18288" marB="18288" anchor="ctr"/>
                </a:tc>
                <a:tc>
                  <a:txBody>
                    <a:bodyPr/>
                    <a:lstStyle/>
                    <a:p>
                      <a:pPr algn="r"/>
                      <a:r>
                        <a:rPr sz="1500" b="0"/>
                        <a:t>+0.537</a:t>
                      </a:r>
                    </a:p>
                  </a:txBody>
                  <a:tcPr marL="54864" marR="54864" marT="18288" marB="18288" anchor="ctr"/>
                </a:tc>
              </a:tr>
              <a:tr h="384048">
                <a:tc>
                  <a:txBody>
                    <a:bodyPr/>
                    <a:lstStyle/>
                    <a:p>
                      <a:pPr algn="l"/>
                      <a:r>
                        <a:rPr sz="1500" b="0"/>
                        <a:t>C</a:t>
                      </a:r>
                    </a:p>
                  </a:txBody>
                  <a:tcPr marL="54864" marR="54864" marT="18288" marB="18288" anchor="ctr"/>
                </a:tc>
                <a:tc>
                  <a:txBody>
                    <a:bodyPr/>
                    <a:lstStyle/>
                    <a:p>
                      <a:pPr algn="r"/>
                      <a:r>
                        <a:rPr sz="1500" b="0"/>
                        <a:t>-0.005</a:t>
                      </a:r>
                    </a:p>
                  </a:txBody>
                  <a:tcPr marL="54864" marR="54864" marT="18288" marB="18288" anchor="ctr"/>
                </a:tc>
                <a:tc>
                  <a:txBody>
                    <a:bodyPr/>
                    <a:lstStyle/>
                    <a:p>
                      <a:pPr algn="r"/>
                      <a:r>
                        <a:rPr sz="1500" b="0"/>
                        <a:t>-0.305</a:t>
                      </a:r>
                    </a:p>
                  </a:txBody>
                  <a:tcPr marL="54864" marR="54864" marT="18288" marB="18288" anchor="ctr"/>
                </a:tc>
                <a:tc>
                  <a:txBody>
                    <a:bodyPr/>
                    <a:lstStyle/>
                    <a:p>
                      <a:pPr algn="r"/>
                      <a:r>
                        <a:rPr sz="1500" b="0"/>
                        <a:t>+0.752</a:t>
                      </a:r>
                    </a:p>
                  </a:txBody>
                  <a:tcPr marL="54864" marR="54864" marT="18288" marB="18288" anchor="ctr"/>
                </a:tc>
              </a:tr>
              <a:tr h="384048">
                <a:tc>
                  <a:txBody>
                    <a:bodyPr/>
                    <a:lstStyle/>
                    <a:p>
                      <a:pPr algn="l"/>
                      <a:r>
                        <a:rPr sz="1500" b="0"/>
                        <a:t>F</a:t>
                      </a:r>
                    </a:p>
                  </a:txBody>
                  <a:tcPr marL="54864" marR="54864" marT="18288" marB="18288" anchor="ctr"/>
                </a:tc>
                <a:tc>
                  <a:txBody>
                    <a:bodyPr/>
                    <a:lstStyle/>
                    <a:p>
                      <a:pPr algn="r"/>
                      <a:r>
                        <a:rPr sz="1500" b="0"/>
                        <a:t>-0.039</a:t>
                      </a:r>
                    </a:p>
                  </a:txBody>
                  <a:tcPr marL="54864" marR="54864" marT="18288" marB="18288" anchor="ctr"/>
                </a:tc>
                <a:tc>
                  <a:txBody>
                    <a:bodyPr/>
                    <a:lstStyle/>
                    <a:p>
                      <a:pPr algn="r"/>
                      <a:r>
                        <a:rPr sz="1500" b="0"/>
                        <a:t>-0.017</a:t>
                      </a:r>
                    </a:p>
                  </a:txBody>
                  <a:tcPr marL="54864" marR="54864" marT="18288" marB="18288" anchor="ctr"/>
                </a:tc>
                <a:tc>
                  <a:txBody>
                    <a:bodyPr/>
                    <a:lstStyle/>
                    <a:p>
                      <a:pPr algn="r"/>
                      <a:r>
                        <a:rPr sz="1500" b="0"/>
                        <a:t>-0.220</a:t>
                      </a:r>
                    </a:p>
                  </a:txBody>
                  <a:tcPr marL="54864" marR="54864" marT="18288" marB="18288" anchor="ctr"/>
                </a:tc>
              </a:tr>
              <a:tr h="384048">
                <a:tc>
                  <a:txBody>
                    <a:bodyPr/>
                    <a:lstStyle/>
                    <a:p>
                      <a:pPr algn="l"/>
                      <a:r>
                        <a:rPr sz="1500" b="0"/>
                        <a:t>H</a:t>
                      </a:r>
                    </a:p>
                  </a:txBody>
                  <a:tcPr marL="54864" marR="54864" marT="18288" marB="18288" anchor="ctr"/>
                </a:tc>
                <a:tc>
                  <a:txBody>
                    <a:bodyPr/>
                    <a:lstStyle/>
                    <a:p>
                      <a:pPr algn="r"/>
                      <a:r>
                        <a:rPr sz="1500" b="0"/>
                        <a:t>-0.039</a:t>
                      </a:r>
                    </a:p>
                  </a:txBody>
                  <a:tcPr marL="54864" marR="54864" marT="18288" marB="18288" anchor="ctr"/>
                </a:tc>
                <a:tc>
                  <a:txBody>
                    <a:bodyPr/>
                    <a:lstStyle/>
                    <a:p>
                      <a:pPr algn="r"/>
                      <a:r>
                        <a:rPr sz="1500" b="0"/>
                        <a:t>+0.087</a:t>
                      </a:r>
                    </a:p>
                  </a:txBody>
                  <a:tcPr marL="54864" marR="54864" marT="18288" marB="18288" anchor="ctr"/>
                </a:tc>
                <a:tc>
                  <a:txBody>
                    <a:bodyPr/>
                    <a:lstStyle/>
                    <a:p>
                      <a:pPr algn="r"/>
                      <a:r>
                        <a:rPr sz="1500" b="0"/>
                        <a:t>-0.372</a:t>
                      </a:r>
                    </a:p>
                  </a:txBody>
                  <a:tcPr marL="54864" marR="54864" marT="18288" marB="18288" anchor="ctr"/>
                </a:tc>
              </a:tr>
              <a:tr h="384048">
                <a:tc>
                  <a:txBody>
                    <a:bodyPr/>
                    <a:lstStyle/>
                    <a:p>
                      <a:pPr algn="l"/>
                      <a:r>
                        <a:rPr sz="1500" b="0"/>
                        <a:t>M</a:t>
                      </a:r>
                    </a:p>
                  </a:txBody>
                  <a:tcPr marL="54864" marR="54864" marT="18288" marB="18288" anchor="ctr"/>
                </a:tc>
                <a:tc>
                  <a:txBody>
                    <a:bodyPr/>
                    <a:lstStyle/>
                    <a:p>
                      <a:pPr algn="r"/>
                      <a:r>
                        <a:rPr sz="1500" b="0"/>
                        <a:t>+0.001</a:t>
                      </a:r>
                    </a:p>
                  </a:txBody>
                  <a:tcPr marL="54864" marR="54864" marT="18288" marB="18288" anchor="ctr"/>
                </a:tc>
                <a:tc>
                  <a:txBody>
                    <a:bodyPr/>
                    <a:lstStyle/>
                    <a:p>
                      <a:pPr algn="r"/>
                      <a:r>
                        <a:rPr sz="1500" b="0"/>
                        <a:t>+0.380</a:t>
                      </a:r>
                    </a:p>
                  </a:txBody>
                  <a:tcPr marL="54864" marR="54864" marT="18288" marB="18288" anchor="ctr"/>
                </a:tc>
                <a:tc>
                  <a:txBody>
                    <a:bodyPr/>
                    <a:lstStyle/>
                    <a:p>
                      <a:pPr algn="r"/>
                      <a:r>
                        <a:rPr sz="1500" b="0"/>
                        <a:t>+0.545</a:t>
                      </a:r>
                    </a:p>
                  </a:txBody>
                  <a:tcPr marL="54864" marR="54864" marT="18288" marB="18288" anchor="ctr"/>
                </a:tc>
              </a:tr>
              <a:tr h="384048">
                <a:tc>
                  <a:txBody>
                    <a:bodyPr/>
                    <a:lstStyle/>
                    <a:p>
                      <a:pPr algn="l"/>
                      <a:r>
                        <a:rPr sz="1500" b="0"/>
                        <a:t>W</a:t>
                      </a:r>
                    </a:p>
                  </a:txBody>
                  <a:tcPr marL="54864" marR="54864" marT="18288" marB="18288" anchor="ctr"/>
                </a:tc>
                <a:tc>
                  <a:txBody>
                    <a:bodyPr/>
                    <a:lstStyle/>
                    <a:p>
                      <a:pPr algn="r"/>
                      <a:r>
                        <a:rPr sz="1500" b="0"/>
                        <a:t>-0.037</a:t>
                      </a:r>
                    </a:p>
                  </a:txBody>
                  <a:tcPr marL="54864" marR="54864" marT="18288" marB="18288" anchor="ctr"/>
                </a:tc>
                <a:tc>
                  <a:txBody>
                    <a:bodyPr/>
                    <a:lstStyle/>
                    <a:p>
                      <a:pPr algn="r"/>
                      <a:r>
                        <a:rPr sz="1500" b="0"/>
                        <a:t>-0.565</a:t>
                      </a:r>
                    </a:p>
                  </a:txBody>
                  <a:tcPr marL="54864" marR="54864" marT="18288" marB="18288" anchor="ctr"/>
                </a:tc>
                <a:tc>
                  <a:txBody>
                    <a:bodyPr/>
                    <a:lstStyle/>
                    <a:p>
                      <a:pPr algn="r"/>
                      <a:r>
                        <a:rPr sz="1500" b="0"/>
                        <a:t>-0.895</a:t>
                      </a:r>
                    </a:p>
                  </a:txBody>
                  <a:tcPr marL="54864" marR="54864" marT="18288" marB="18288" anchor="ct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Backup: the wall-modelled question</a:t>
            </a:r>
          </a:p>
        </p:txBody>
      </p:sp>
      <p:sp>
        <p:nvSpPr>
          <p:cNvPr id="3" name="TextBox 2"/>
          <p:cNvSpPr txBox="1"/>
          <p:nvPr/>
        </p:nvSpPr>
        <p:spPr>
          <a:xfrm>
            <a:off x="694944" y="1645920"/>
            <a:ext cx="10789920" cy="4114800"/>
          </a:xfrm>
          <a:prstGeom prst="rect">
            <a:avLst/>
          </a:prstGeom>
          <a:noFill/>
        </p:spPr>
        <p:txBody>
          <a:bodyPr wrap="square" lIns="18288" rIns="18288" tIns="0" bIns="0">
            <a:spAutoFit/>
          </a:bodyPr>
          <a:lstStyle/>
          <a:p>
            <a:pPr marL="256032" indent="-256032">
              <a:spcAft>
                <a:spcPts val="1400"/>
              </a:spcAft>
              <a:buChar char="•"/>
            </a:pPr>
            <a:r>
              <a:rPr sz="2000" b="0"/>
              <a:t>Surface cell 0.488 mm at level 11, identical for both conditions.</a:t>
            </a:r>
          </a:p>
          <a:p>
            <a:pPr marL="256032" indent="-256032">
              <a:spcAft>
                <a:spcPts val="1400"/>
              </a:spcAft>
              <a:buChar char="•"/>
            </a:pPr>
            <a:r>
              <a:rPr sz="2000" b="0"/>
              <a:t>Prism stack: 11 layers from 4.5 µm against 5 from 43.7 µm.</a:t>
            </a:r>
          </a:p>
          <a:p>
            <a:pPr marL="256032" indent="-256032">
              <a:spcAft>
                <a:spcPts val="1400"/>
              </a:spcAft>
              <a:buChar char="•"/>
            </a:pPr>
            <a:r>
              <a:rPr sz="2000" b="0"/>
              <a:t>Design </a:t>
            </a:r>
            <a:r>
              <a:rPr sz="2000" b="0"/>
              <a:t>y</a:t>
            </a:r>
            <a:r>
              <a:rPr sz="2000" b="0" baseline="30000"/>
              <a:t>+</a:t>
            </a:r>
            <a:r>
              <a:rPr sz="2000" b="0"/>
              <a:t> at the cell centre: 0.270 wall resolved, 40.1 wall modelled.</a:t>
            </a:r>
          </a:p>
          <a:p>
            <a:pPr marL="256032" indent="-256032">
              <a:spcAft>
                <a:spcPts val="1400"/>
              </a:spcAft>
              <a:buChar char="•"/>
            </a:pPr>
            <a:r>
              <a:rPr sz="2000" b="0"/>
              <a:t>That stack alone explains 99 to 99 versus 74 to 74 million.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Backup: surface Δ</a:t>
            </a:r>
            <a:r>
              <a:rPr b="0"/>
              <a:t>c</a:t>
            </a:r>
            <a:r>
              <a:rPr b="0" baseline="-25000"/>
              <a:t>f,s</a:t>
            </a:r>
            <a:r>
              <a:rPr b="0"/>
              <a:t> against B, Condition CR</a:t>
            </a:r>
          </a:p>
        </p:txBody>
      </p:sp>
      <p:sp>
        <p:nvSpPr>
          <p:cNvPr id="3" name="TextBox 2"/>
          <p:cNvSpPr txBox="1"/>
          <p:nvPr/>
        </p:nvSpPr>
        <p:spPr>
          <a:xfrm>
            <a:off x="694944" y="1371600"/>
            <a:ext cx="10789920" cy="457200"/>
          </a:xfrm>
          <a:prstGeom prst="rect">
            <a:avLst/>
          </a:prstGeom>
          <a:noFill/>
        </p:spPr>
        <p:txBody>
          <a:bodyPr wrap="square" lIns="18288" rIns="18288" tIns="0" bIns="0">
            <a:spAutoFit/>
          </a:bodyPr>
          <a:lstStyle/>
          <a:p>
            <a:pPr marL="256032" indent="-256032">
              <a:spcAft>
                <a:spcPts val="700"/>
              </a:spcAft>
              <a:buChar char="•"/>
            </a:pPr>
            <a:r>
              <a:rPr sz="1800" b="0"/>
              <a:t>Candidate minus B, ±1.7 × 10⁻³ at the 99.5th percentile.</a:t>
            </a:r>
          </a:p>
        </p:txBody>
      </p:sp>
      <p:pic>
        <p:nvPicPr>
          <p:cNvPr id="4" name="Picture 3" descr="deck_delta_cfs_CR.png"/>
          <p:cNvPicPr>
            <a:picLocks noChangeAspect="1"/>
          </p:cNvPicPr>
          <p:nvPr/>
        </p:nvPicPr>
        <p:blipFill>
          <a:blip r:embed="rId2"/>
          <a:stretch>
            <a:fillRect/>
          </a:stretch>
        </p:blipFill>
        <p:spPr>
          <a:xfrm>
            <a:off x="566928" y="1920240"/>
            <a:ext cx="11064240" cy="41148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Backup: surface Δ</a:t>
            </a:r>
            <a:r>
              <a:rPr b="0"/>
              <a:t>c</a:t>
            </a:r>
            <a:r>
              <a:rPr b="0" baseline="-25000"/>
              <a:t>f,s</a:t>
            </a:r>
            <a:r>
              <a:rPr b="0"/>
              <a:t> against B, early cruise</a:t>
            </a:r>
          </a:p>
        </p:txBody>
      </p:sp>
      <p:sp>
        <p:nvSpPr>
          <p:cNvPr id="3" name="TextBox 2"/>
          <p:cNvSpPr txBox="1"/>
          <p:nvPr/>
        </p:nvSpPr>
        <p:spPr>
          <a:xfrm>
            <a:off x="694944" y="1371600"/>
            <a:ext cx="10789920" cy="457200"/>
          </a:xfrm>
          <a:prstGeom prst="rect">
            <a:avLst/>
          </a:prstGeom>
          <a:noFill/>
        </p:spPr>
        <p:txBody>
          <a:bodyPr wrap="square" lIns="18288" rIns="18288" tIns="0" bIns="0">
            <a:spAutoFit/>
          </a:bodyPr>
          <a:lstStyle/>
          <a:p>
            <a:pPr marL="256032" indent="-256032">
              <a:spcAft>
                <a:spcPts val="700"/>
              </a:spcAft>
              <a:buChar char="•"/>
            </a:pPr>
            <a:r>
              <a:rPr sz="1800" b="0"/>
              <a:t>Candidate minus B, ±1.8 × 10⁻³ at the 99.5th percentile.</a:t>
            </a:r>
          </a:p>
        </p:txBody>
      </p:sp>
      <p:pic>
        <p:nvPicPr>
          <p:cNvPr id="4" name="Picture 3" descr="deck_delta_cfs_EC.png"/>
          <p:cNvPicPr>
            <a:picLocks noChangeAspect="1"/>
          </p:cNvPicPr>
          <p:nvPr/>
        </p:nvPicPr>
        <p:blipFill>
          <a:blip r:embed="rId2"/>
          <a:stretch>
            <a:fillRect/>
          </a:stretch>
        </p:blipFill>
        <p:spPr>
          <a:xfrm>
            <a:off x="566928" y="1920240"/>
            <a:ext cx="11064240" cy="4114800"/>
          </a:xfrm>
          <a:prstGeom prst="rect">
            <a:avLst/>
          </a:prstGeom>
        </p:spPr>
      </p:pic>
    </p:spTree>
  </p:cSld>
  <p:clrMapOvr>
    <a:masterClrMapping/>
  </p:clrMapOvr>
</p:sld>
</file>

<file path=ppt/theme/theme1.xml><?xml version="1.0" encoding="utf-8"?>
<a:theme xmlns:a="http://schemas.openxmlformats.org/drawingml/2006/main" name="TU Delft">
  <a:themeElements>
    <a:clrScheme name="TU Delft">
      <a:dk1>
        <a:srgbClr val="000000"/>
      </a:dk1>
      <a:lt1>
        <a:srgbClr val="FFFFFF"/>
      </a:lt1>
      <a:dk2>
        <a:srgbClr val="A7A7A7"/>
      </a:dk2>
      <a:lt2>
        <a:srgbClr val="535353"/>
      </a:lt2>
      <a:accent1>
        <a:srgbClr val="00A6D6"/>
      </a:accent1>
      <a:accent2>
        <a:srgbClr val="017188"/>
      </a:accent2>
      <a:accent3>
        <a:srgbClr val="EB7246"/>
      </a:accent3>
      <a:accent4>
        <a:srgbClr val="00A390"/>
      </a:accent4>
      <a:accent5>
        <a:srgbClr val="F1BE3E"/>
      </a:accent5>
      <a:accent6>
        <a:srgbClr val="C3312F"/>
      </a:accent6>
      <a:hlink>
        <a:srgbClr val="0000FF"/>
      </a:hlink>
      <a:folHlink>
        <a:srgbClr val="FF00FF"/>
      </a:folHlink>
    </a:clrScheme>
    <a:fontScheme name="TU Delft">
      <a:majorFont>
        <a:latin typeface="Calibri"/>
        <a:ea typeface="Calibri"/>
        <a:cs typeface="Calibri"/>
      </a:majorFont>
      <a:minorFont>
        <a:latin typeface="Helvetica"/>
        <a:ea typeface="Helvetica"/>
        <a:cs typeface="Helvetica"/>
      </a:minorFont>
    </a:fontScheme>
    <a:fmtScheme name="TU Delf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asis uitgebreid sjabloon" id="{7537F33F-3839-8B44-AD49-D95CD72F9DFA}" vid="{A8BF4048-0FE2-714D-B48F-5A9977B08C8D}"/>
    </a:ext>
  </a:extLst>
</a:theme>
</file>

<file path=ppt/theme/theme2.xml><?xml version="1.0" encoding="utf-8"?>
<a:theme xmlns:a="http://schemas.openxmlformats.org/drawingml/2006/main" name="TU Delft">
  <a:themeElements>
    <a:clrScheme name="TU Delft">
      <a:dk1>
        <a:srgbClr val="000000"/>
      </a:dk1>
      <a:lt1>
        <a:srgbClr val="FFFFFF"/>
      </a:lt1>
      <a:dk2>
        <a:srgbClr val="A7A7A7"/>
      </a:dk2>
      <a:lt2>
        <a:srgbClr val="535353"/>
      </a:lt2>
      <a:accent1>
        <a:srgbClr val="00A6D6"/>
      </a:accent1>
      <a:accent2>
        <a:srgbClr val="017188"/>
      </a:accent2>
      <a:accent3>
        <a:srgbClr val="EB7246"/>
      </a:accent3>
      <a:accent4>
        <a:srgbClr val="00A390"/>
      </a:accent4>
      <a:accent5>
        <a:srgbClr val="F1BE3E"/>
      </a:accent5>
      <a:accent6>
        <a:srgbClr val="C3312F"/>
      </a:accent6>
      <a:hlink>
        <a:srgbClr val="0000FF"/>
      </a:hlink>
      <a:folHlink>
        <a:srgbClr val="FF00FF"/>
      </a:folHlink>
    </a:clrScheme>
    <a:fontScheme name="TU Delft">
      <a:majorFont>
        <a:latin typeface="Calibri"/>
        <a:ea typeface="Calibri"/>
        <a:cs typeface="Calibri"/>
      </a:majorFont>
      <a:minorFont>
        <a:latin typeface="Helvetica"/>
        <a:ea typeface="Helvetica"/>
        <a:cs typeface="Helvetica"/>
      </a:minorFont>
    </a:fontScheme>
    <a:fmtScheme name="TU Delf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_dlc_DocId xmlns="625af3c4-51f1-4017-80ca-c537fc85ab22">KTYWQER7VAYA-428015617-13</_dlc_DocId>
    <_dlc_DocIdUrl xmlns="625af3c4-51f1-4017-80ca-c537fc85ab22">
      <Url>https://tud365.sharepoint.com/sites/Assets/_layouts/15/DocIdRedir.aspx?ID=KTYWQER7VAYA-428015617-13</Url>
      <Description>KTYWQER7VAYA-428015617-13</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6F8CCD81E9B8EC4AA9F37098270FA7B2" ma:contentTypeVersion="4" ma:contentTypeDescription="Create a new document." ma:contentTypeScope="" ma:versionID="6bbf2edf66af0f3f03e807519ceb9393">
  <xsd:schema xmlns:xsd="http://www.w3.org/2001/XMLSchema" xmlns:xs="http://www.w3.org/2001/XMLSchema" xmlns:p="http://schemas.microsoft.com/office/2006/metadata/properties" xmlns:ns2="5495e808-e183-4a7a-9118-4955941b014f" xmlns:ns3="625af3c4-51f1-4017-80ca-c537fc85ab22" targetNamespace="http://schemas.microsoft.com/office/2006/metadata/properties" ma:root="true" ma:fieldsID="4c9c9b65373b7a7f52a6bb5343aaef4e" ns2:_="" ns3:_="">
    <xsd:import namespace="5495e808-e183-4a7a-9118-4955941b014f"/>
    <xsd:import namespace="625af3c4-51f1-4017-80ca-c537fc85ab2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95e808-e183-4a7a-9118-4955941b01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5af3c4-51f1-4017-80ca-c537fc85ab22" elementFormDefault="qualified">
    <xsd:import namespace="http://schemas.microsoft.com/office/2006/documentManagement/types"/>
    <xsd:import namespace="http://schemas.microsoft.com/office/infopath/2007/PartnerControls"/>
    <xsd:element name="_dlc_DocId" ma:index="12" nillable="true" ma:displayName="Document ID Value" ma:description="The value of the document ID assigned to this item." ma:indexed="true" ma:internalName="_dlc_DocId" ma:readOnly="true">
      <xsd:simpleType>
        <xsd:restriction base="dms:Text"/>
      </xsd:simpleType>
    </xsd:element>
    <xsd:element name="_dlc_DocIdUrl" ma:index="13"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4"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9A700FF-5E99-43E8-9B84-C1913B1DE465}">
  <ds:schemaRefs>
    <ds:schemaRef ds:uri="http://schemas.microsoft.com/sharepoint/events"/>
  </ds:schemaRefs>
</ds:datastoreItem>
</file>

<file path=customXml/itemProps2.xml><?xml version="1.0" encoding="utf-8"?>
<ds:datastoreItem xmlns:ds="http://schemas.openxmlformats.org/officeDocument/2006/customXml" ds:itemID="{A27E8361-7E4D-469D-896B-D18032DA3E42}">
  <ds:schemaRefs>
    <ds:schemaRef ds:uri="http://schemas.microsoft.com/office/2006/metadata/properties"/>
    <ds:schemaRef ds:uri="http://schemas.microsoft.com/office/infopath/2007/PartnerControls"/>
    <ds:schemaRef ds:uri="625af3c4-51f1-4017-80ca-c537fc85ab22"/>
  </ds:schemaRefs>
</ds:datastoreItem>
</file>

<file path=customXml/itemProps3.xml><?xml version="1.0" encoding="utf-8"?>
<ds:datastoreItem xmlns:ds="http://schemas.openxmlformats.org/officeDocument/2006/customXml" ds:itemID="{4DFC7B00-BA95-457B-8257-77CBFA9ABEB5}">
  <ds:schemaRefs>
    <ds:schemaRef ds:uri="http://schemas.microsoft.com/sharepoint/v3/contenttype/forms"/>
  </ds:schemaRefs>
</ds:datastoreItem>
</file>

<file path=customXml/itemProps4.xml><?xml version="1.0" encoding="utf-8"?>
<ds:datastoreItem xmlns:ds="http://schemas.openxmlformats.org/officeDocument/2006/customXml" ds:itemID="{B4ABDDF6-A7EB-4E99-96EA-D1E134EF09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495e808-e183-4a7a-9118-4955941b014f"/>
    <ds:schemaRef ds:uri="625af3c4-51f1-4017-80ca-c537fc85ab2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Basic template English version</Template>
  <TotalTime>29</TotalTime>
  <Words>588</Words>
  <Application>Microsoft Office PowerPoint</Application>
  <PresentationFormat>Widescreen</PresentationFormat>
  <Paragraphs>144</Paragraphs>
  <Slides>18</Slides>
  <Notes>1</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Roboto Slab Bold</vt:lpstr>
      <vt:lpstr>Roboto Slab Regular Regular</vt:lpstr>
      <vt:lpstr>Wingdings</vt:lpstr>
      <vt:lpstr>TU Delft</vt:lpstr>
      <vt:lpstr>PowerPoint Presentation</vt:lpstr>
      <vt:lpstr>Name of the presentation</vt:lpstr>
      <vt:lpstr>PowerPoint Presentation</vt:lpstr>
      <vt:lpstr>Page title</vt:lpstr>
      <vt:lpstr>PowerPoint Presentation</vt:lpstr>
      <vt:lpstr>PowerPoint Presentation</vt:lpstr>
      <vt:lpstr>Page title</vt:lpstr>
      <vt:lpstr>Page title</vt:lpstr>
      <vt:lpstr>Page title</vt:lpstr>
      <vt:lpstr>Page title</vt:lpstr>
      <vt:lpstr>Page title</vt:lpstr>
      <vt:lpstr>PowerPoint Presentation</vt:lpstr>
      <vt:lpstr>PowerPoint Presentation</vt:lpstr>
      <vt:lpstr>Title</vt:lpstr>
      <vt:lpstr>Title</vt:lpstr>
      <vt:lpstr>Page title</vt:lpstr>
      <vt:lpstr>Page title</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Tyler Buchanan</dc:creator>
  <cp:lastModifiedBy>Tyler Buchanan</cp:lastModifiedBy>
  <cp:revision>1</cp:revision>
  <dcterms:created xsi:type="dcterms:W3CDTF">2026-09-22T09:24:22Z</dcterms:created>
  <dcterms:modified xsi:type="dcterms:W3CDTF">2026-10-09T00:00:00Z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0x0101006F8CCD81E9B8EC4AA9F37098270FA7B2</vt:lpwstr>
  </property>
  <property fmtid="{D5CDD505-2E9C-101B-9397-08002B2CF9AE}" pid="3" name="_dlc_DocIdItemGuid">
    <vt:lpwstr>e83a90e9-cfc7-4188-9785-ed51e26aea5e</vt:lpwstr>
  </property>
</Properties>
</file>